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embeddedFontLst>
    <p:embeddedFont>
      <p:font typeface="Calibri" panose="020F0502020204030204" pitchFamily="34" charset="0"/>
      <p:regular r:id="rId37"/>
      <p:bold r:id="rId38"/>
      <p:italic r:id="rId39"/>
      <p:boldItalic r:id="rId40"/>
    </p:embeddedFont>
    <p:embeddedFont>
      <p:font typeface="Roboto Condensed" panose="020B0604020202020204" charset="0"/>
      <p:bold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2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824860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123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f5fccc3b9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2f5fccc3b9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800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6517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3915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53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5971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5" name="Google Shape;5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577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8151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5" name="Google Shape;7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3874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5" name="Google Shape;77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7976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5" name="Google Shape;84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964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5" name="Google Shape;91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2070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1" name="Google Shape;99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5865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1" name="Google Shape;110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5758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6" name="Google Shape;121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967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1" name="Google Shape;133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7468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5" name="Google Shape;146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645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9" name="Google Shape;159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788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2" name="Google Shape;174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56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2"/>
        <p:cNvGrpSpPr/>
        <p:nvPr/>
      </p:nvGrpSpPr>
      <p:grpSpPr>
        <a:xfrm>
          <a:off x="0" y="0"/>
          <a:ext cx="0" cy="0"/>
          <a:chOff x="0" y="0"/>
          <a:chExt cx="0" cy="0"/>
        </a:xfrm>
      </p:grpSpPr>
      <p:sp>
        <p:nvSpPr>
          <p:cNvPr id="1943" name="Google Shape;194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4" name="Google Shape;194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7453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9" name="Google Shape;194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537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6"/>
        <p:cNvGrpSpPr/>
        <p:nvPr/>
      </p:nvGrpSpPr>
      <p:grpSpPr>
        <a:xfrm>
          <a:off x="0" y="0"/>
          <a:ext cx="0" cy="0"/>
          <a:chOff x="0" y="0"/>
          <a:chExt cx="0" cy="0"/>
        </a:xfrm>
      </p:grpSpPr>
      <p:sp>
        <p:nvSpPr>
          <p:cNvPr id="2267" name="Google Shape;226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8" name="Google Shape;22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805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3"/>
        <p:cNvGrpSpPr/>
        <p:nvPr/>
      </p:nvGrpSpPr>
      <p:grpSpPr>
        <a:xfrm>
          <a:off x="0" y="0"/>
          <a:ext cx="0" cy="0"/>
          <a:chOff x="0" y="0"/>
          <a:chExt cx="0" cy="0"/>
        </a:xfrm>
      </p:grpSpPr>
      <p:sp>
        <p:nvSpPr>
          <p:cNvPr id="2524" name="Google Shape;252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5" name="Google Shape;252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943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p:cNvGrpSpPr/>
        <p:nvPr/>
      </p:nvGrpSpPr>
      <p:grpSpPr>
        <a:xfrm>
          <a:off x="0" y="0"/>
          <a:ext cx="0" cy="0"/>
          <a:chOff x="0" y="0"/>
          <a:chExt cx="0" cy="0"/>
        </a:xfrm>
      </p:grpSpPr>
      <p:sp>
        <p:nvSpPr>
          <p:cNvPr id="2544" name="Google Shape;254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5" name="Google Shape;254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61896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2"/>
        <p:cNvGrpSpPr/>
        <p:nvPr/>
      </p:nvGrpSpPr>
      <p:grpSpPr>
        <a:xfrm>
          <a:off x="0" y="0"/>
          <a:ext cx="0" cy="0"/>
          <a:chOff x="0" y="0"/>
          <a:chExt cx="0" cy="0"/>
        </a:xfrm>
      </p:grpSpPr>
      <p:sp>
        <p:nvSpPr>
          <p:cNvPr id="2583" name="Google Shape;2583;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4" name="Google Shape;258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6895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6"/>
        <p:cNvGrpSpPr/>
        <p:nvPr/>
      </p:nvGrpSpPr>
      <p:grpSpPr>
        <a:xfrm>
          <a:off x="0" y="0"/>
          <a:ext cx="0" cy="0"/>
          <a:chOff x="0" y="0"/>
          <a:chExt cx="0" cy="0"/>
        </a:xfrm>
      </p:grpSpPr>
      <p:sp>
        <p:nvSpPr>
          <p:cNvPr id="2727" name="Google Shape;2727;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8" name="Google Shape;272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34463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6" name="Google Shape;298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2325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6"/>
        <p:cNvGrpSpPr/>
        <p:nvPr/>
      </p:nvGrpSpPr>
      <p:grpSpPr>
        <a:xfrm>
          <a:off x="0" y="0"/>
          <a:ext cx="0" cy="0"/>
          <a:chOff x="0" y="0"/>
          <a:chExt cx="0" cy="0"/>
        </a:xfrm>
      </p:grpSpPr>
      <p:sp>
        <p:nvSpPr>
          <p:cNvPr id="3007" name="Google Shape;300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8" name="Google Shape;300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4437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2"/>
        <p:cNvGrpSpPr/>
        <p:nvPr/>
      </p:nvGrpSpPr>
      <p:grpSpPr>
        <a:xfrm>
          <a:off x="0" y="0"/>
          <a:ext cx="0" cy="0"/>
          <a:chOff x="0" y="0"/>
          <a:chExt cx="0" cy="0"/>
        </a:xfrm>
      </p:grpSpPr>
      <p:sp>
        <p:nvSpPr>
          <p:cNvPr id="3013" name="Google Shape;301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4" name="Google Shape;301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4374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0"/>
        <p:cNvGrpSpPr/>
        <p:nvPr/>
      </p:nvGrpSpPr>
      <p:grpSpPr>
        <a:xfrm>
          <a:off x="0" y="0"/>
          <a:ext cx="0" cy="0"/>
          <a:chOff x="0" y="0"/>
          <a:chExt cx="0" cy="0"/>
        </a:xfrm>
      </p:grpSpPr>
      <p:sp>
        <p:nvSpPr>
          <p:cNvPr id="3021" name="Google Shape;302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2" name="Google Shape;302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17254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8"/>
        <p:cNvGrpSpPr/>
        <p:nvPr/>
      </p:nvGrpSpPr>
      <p:grpSpPr>
        <a:xfrm>
          <a:off x="0" y="0"/>
          <a:ext cx="0" cy="0"/>
          <a:chOff x="0" y="0"/>
          <a:chExt cx="0" cy="0"/>
        </a:xfrm>
      </p:grpSpPr>
      <p:sp>
        <p:nvSpPr>
          <p:cNvPr id="3029" name="Google Shape;302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0" name="Google Shape;303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0146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5"/>
        <p:cNvGrpSpPr/>
        <p:nvPr/>
      </p:nvGrpSpPr>
      <p:grpSpPr>
        <a:xfrm>
          <a:off x="0" y="0"/>
          <a:ext cx="0" cy="0"/>
          <a:chOff x="0" y="0"/>
          <a:chExt cx="0" cy="0"/>
        </a:xfrm>
      </p:grpSpPr>
      <p:sp>
        <p:nvSpPr>
          <p:cNvPr id="3286" name="Google Shape;328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7" name="Google Shape;328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3315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8"/>
        <p:cNvGrpSpPr/>
        <p:nvPr/>
      </p:nvGrpSpPr>
      <p:grpSpPr>
        <a:xfrm>
          <a:off x="0" y="0"/>
          <a:ext cx="0" cy="0"/>
          <a:chOff x="0" y="0"/>
          <a:chExt cx="0" cy="0"/>
        </a:xfrm>
      </p:grpSpPr>
      <p:sp>
        <p:nvSpPr>
          <p:cNvPr id="3419" name="Google Shape;3419;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0" name="Google Shape;342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90175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2"/>
        <p:cNvGrpSpPr/>
        <p:nvPr/>
      </p:nvGrpSpPr>
      <p:grpSpPr>
        <a:xfrm>
          <a:off x="0" y="0"/>
          <a:ext cx="0" cy="0"/>
          <a:chOff x="0" y="0"/>
          <a:chExt cx="0" cy="0"/>
        </a:xfrm>
      </p:grpSpPr>
      <p:sp>
        <p:nvSpPr>
          <p:cNvPr id="3553" name="Google Shape;355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4" name="Google Shape;355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7661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838200" y="535414"/>
            <a:ext cx="10515600" cy="843473"/>
          </a:xfrm>
          <a:prstGeom prst="rect">
            <a:avLst/>
          </a:prstGeom>
          <a:noFill/>
          <a:ln>
            <a:noFill/>
          </a:ln>
        </p:spPr>
        <p:txBody>
          <a:bodyPr spcFirstLastPara="1" wrap="square" lIns="91425" tIns="45700" rIns="91425" bIns="45700" anchor="b" anchorCtr="0">
            <a:normAutofit lnSpcReduction="10000"/>
          </a:bodyPr>
          <a:lstStyle/>
          <a:p>
            <a:pPr marL="0" marR="0" lvl="0" indent="0" algn="ctr" rtl="0">
              <a:lnSpc>
                <a:spcPct val="90000"/>
              </a:lnSpc>
              <a:spcBef>
                <a:spcPts val="0"/>
              </a:spcBef>
              <a:spcAft>
                <a:spcPts val="0"/>
              </a:spcAft>
              <a:buClr>
                <a:schemeClr val="dk1"/>
              </a:buClr>
              <a:buSzPts val="6000"/>
              <a:buFont typeface="Calibri"/>
              <a:buNone/>
            </a:pPr>
            <a:r>
              <a:rPr lang="en-US" sz="6000" b="0" i="0" u="none" strike="noStrike" cap="none">
                <a:solidFill>
                  <a:schemeClr val="dk1"/>
                </a:solidFill>
                <a:latin typeface="Calibri"/>
                <a:ea typeface="Calibri"/>
                <a:cs typeface="Calibri"/>
                <a:sym typeface="Calibri"/>
              </a:rPr>
              <a:t>What is Jira?</a:t>
            </a:r>
            <a:endParaRPr sz="6000" b="0" i="0" u="none" strike="noStrike" cap="none">
              <a:solidFill>
                <a:schemeClr val="dk1"/>
              </a:solidFill>
              <a:latin typeface="Calibri"/>
              <a:ea typeface="Calibri"/>
              <a:cs typeface="Calibri"/>
              <a:sym typeface="Calibri"/>
            </a:endParaRPr>
          </a:p>
        </p:txBody>
      </p:sp>
      <p:sp>
        <p:nvSpPr>
          <p:cNvPr id="85" name="Google Shape;85;p13"/>
          <p:cNvSpPr txBox="1"/>
          <p:nvPr/>
        </p:nvSpPr>
        <p:spPr>
          <a:xfrm>
            <a:off x="904874" y="1901227"/>
            <a:ext cx="10230888" cy="383866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600" b="0" i="0" u="none" strike="noStrike" cap="none">
                <a:solidFill>
                  <a:srgbClr val="888888"/>
                </a:solidFill>
                <a:latin typeface="Calibri"/>
                <a:ea typeface="Calibri"/>
                <a:cs typeface="Calibri"/>
                <a:sym typeface="Calibri"/>
              </a:rPr>
              <a:t>Jira is a widely used project management tool developed by Atlassian. It helps teams track and manage their work by providing features for task tracking, issue management, and agile project management. With its customizable workflows and collaboration capabilities, Jira is particularly popular in software development and IT teams.</a:t>
            </a:r>
            <a:endParaRPr sz="3600" b="0" i="0" u="none" strike="noStrike" cap="none">
              <a:solidFill>
                <a:srgbClr val="88888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250"/>
                                        <p:tgtEl>
                                          <p:spTgt spid="84"/>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85">
                                            <p:txEl>
                                              <p:pRg st="0" end="0"/>
                                            </p:txEl>
                                          </p:spTgt>
                                        </p:tgtEl>
                                        <p:attrNameLst>
                                          <p:attrName>style.visibility</p:attrName>
                                        </p:attrNameLst>
                                      </p:cBhvr>
                                      <p:to>
                                        <p:strVal val="visible"/>
                                      </p:to>
                                    </p:set>
                                    <p:animEffect transition="in" filter="fade">
                                      <p:cBhvr>
                                        <p:cTn id="11" dur="1000"/>
                                        <p:tgtEl>
                                          <p:spTgt spid="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838200" y="535414"/>
            <a:ext cx="10515600" cy="843600"/>
          </a:xfrm>
          <a:prstGeom prst="rect">
            <a:avLst/>
          </a:prstGeom>
          <a:noFill/>
          <a:ln>
            <a:noFill/>
          </a:ln>
        </p:spPr>
        <p:txBody>
          <a:bodyPr spcFirstLastPara="1" wrap="square" lIns="91425" tIns="45700" rIns="91425" bIns="45700" anchor="b" anchorCtr="0">
            <a:normAutofit lnSpcReduction="10000"/>
          </a:bodyPr>
          <a:lstStyle/>
          <a:p>
            <a:pPr marL="0" marR="0" lvl="0" indent="0" algn="ctr" rtl="0">
              <a:lnSpc>
                <a:spcPct val="90000"/>
              </a:lnSpc>
              <a:spcBef>
                <a:spcPts val="0"/>
              </a:spcBef>
              <a:spcAft>
                <a:spcPts val="0"/>
              </a:spcAft>
              <a:buClr>
                <a:schemeClr val="dk1"/>
              </a:buClr>
              <a:buSzPts val="6000"/>
              <a:buFont typeface="Calibri"/>
              <a:buNone/>
            </a:pPr>
            <a:r>
              <a:rPr lang="en-US" sz="6000" b="0" i="0" u="none" strike="noStrike" cap="none">
                <a:solidFill>
                  <a:schemeClr val="dk1"/>
                </a:solidFill>
                <a:latin typeface="Calibri"/>
                <a:ea typeface="Calibri"/>
                <a:cs typeface="Calibri"/>
                <a:sym typeface="Calibri"/>
              </a:rPr>
              <a:t>What is Jira?</a:t>
            </a:r>
            <a:endParaRPr sz="6000" b="0" i="0" u="none" strike="noStrike" cap="none">
              <a:solidFill>
                <a:schemeClr val="dk1"/>
              </a:solidFill>
              <a:latin typeface="Calibri"/>
              <a:ea typeface="Calibri"/>
              <a:cs typeface="Calibri"/>
              <a:sym typeface="Calibri"/>
            </a:endParaRPr>
          </a:p>
        </p:txBody>
      </p:sp>
      <p:sp>
        <p:nvSpPr>
          <p:cNvPr id="91" name="Google Shape;91;p14"/>
          <p:cNvSpPr txBox="1"/>
          <p:nvPr/>
        </p:nvSpPr>
        <p:spPr>
          <a:xfrm>
            <a:off x="904874" y="1901227"/>
            <a:ext cx="10230900" cy="3838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0" i="0" u="none" strike="noStrike" cap="none">
                <a:solidFill>
                  <a:srgbClr val="888888"/>
                </a:solidFill>
                <a:latin typeface="Calibri"/>
                <a:ea typeface="Calibri"/>
                <a:cs typeface="Calibri"/>
                <a:sym typeface="Calibri"/>
              </a:rPr>
              <a:t>JIRA is a tool developed by Australian Company Atlassian. It is used for bug tracking, issue tracking, and project management. The name "JIRA" is actually inherited from the Japanese word "Gojira" which means "Godzilla".</a:t>
            </a:r>
            <a:endParaRPr/>
          </a:p>
          <a:p>
            <a:pPr marL="0" marR="0" lvl="0" indent="0" algn="l" rtl="0">
              <a:spcBef>
                <a:spcPts val="0"/>
              </a:spcBef>
              <a:spcAft>
                <a:spcPts val="0"/>
              </a:spcAft>
              <a:buNone/>
            </a:pPr>
            <a:endParaRPr sz="2800" b="0" i="0" u="none" strike="noStrike" cap="none">
              <a:solidFill>
                <a:srgbClr val="888888"/>
              </a:solidFill>
              <a:latin typeface="Calibri"/>
              <a:ea typeface="Calibri"/>
              <a:cs typeface="Calibri"/>
              <a:sym typeface="Calibri"/>
            </a:endParaRPr>
          </a:p>
          <a:p>
            <a:pPr marL="0" marR="0" lvl="0" indent="0" algn="l" rtl="0">
              <a:spcBef>
                <a:spcPts val="0"/>
              </a:spcBef>
              <a:spcAft>
                <a:spcPts val="0"/>
              </a:spcAft>
              <a:buNone/>
            </a:pPr>
            <a:r>
              <a:rPr lang="en-US" sz="2800" b="0" i="0" u="none" strike="noStrike" cap="none">
                <a:solidFill>
                  <a:srgbClr val="888888"/>
                </a:solidFill>
                <a:latin typeface="Calibri"/>
                <a:ea typeface="Calibri"/>
                <a:cs typeface="Calibri"/>
                <a:sym typeface="Calibri"/>
              </a:rPr>
              <a:t>The basic use of this tool is to </a:t>
            </a:r>
            <a:endParaRPr/>
          </a:p>
          <a:p>
            <a:pPr marL="457200" marR="0" lvl="1" indent="0" algn="l" rtl="0">
              <a:spcBef>
                <a:spcPts val="0"/>
              </a:spcBef>
              <a:spcAft>
                <a:spcPts val="0"/>
              </a:spcAft>
              <a:buNone/>
            </a:pPr>
            <a:r>
              <a:rPr lang="en-US" sz="2800" b="0" i="0" u="none" strike="noStrike" cap="none">
                <a:solidFill>
                  <a:srgbClr val="7F7F7F"/>
                </a:solidFill>
                <a:latin typeface="Calibri"/>
                <a:ea typeface="Calibri"/>
                <a:cs typeface="Calibri"/>
                <a:sym typeface="Calibri"/>
              </a:rPr>
              <a:t>track issue and bugs related to your software and Mobile apps. </a:t>
            </a:r>
            <a:endParaRPr/>
          </a:p>
          <a:p>
            <a:pPr marL="457200" marR="0" lvl="1" indent="0" algn="l" rtl="0">
              <a:spcBef>
                <a:spcPts val="0"/>
              </a:spcBef>
              <a:spcAft>
                <a:spcPts val="0"/>
              </a:spcAft>
              <a:buNone/>
            </a:pPr>
            <a:r>
              <a:rPr lang="en-US" sz="2800" b="0" i="0" u="none" strike="noStrike" cap="none">
                <a:solidFill>
                  <a:srgbClr val="7F7F7F"/>
                </a:solidFill>
                <a:latin typeface="Calibri"/>
                <a:ea typeface="Calibri"/>
                <a:cs typeface="Calibri"/>
                <a:sym typeface="Calibri"/>
              </a:rPr>
              <a:t>It is also used for project management. </a:t>
            </a:r>
            <a:endParaRPr/>
          </a:p>
          <a:p>
            <a:pPr marL="457200" marR="0" lvl="1" indent="0" algn="l" rtl="0">
              <a:spcBef>
                <a:spcPts val="0"/>
              </a:spcBef>
              <a:spcAft>
                <a:spcPts val="0"/>
              </a:spcAft>
              <a:buNone/>
            </a:pPr>
            <a:endParaRPr sz="2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2800" b="0" i="0" u="none" strike="noStrike" cap="none">
                <a:solidFill>
                  <a:srgbClr val="888888"/>
                </a:solidFill>
                <a:latin typeface="Calibri"/>
                <a:ea typeface="Calibri"/>
                <a:cs typeface="Calibri"/>
                <a:sym typeface="Calibri"/>
              </a:rPr>
              <a:t>The JIRA dashboard consists of many useful functions and features which make handling of issues easy. </a:t>
            </a:r>
            <a:endParaRPr sz="2800" b="0" i="0" u="none" strike="noStrike" cap="none">
              <a:solidFill>
                <a:srgbClr val="88888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250"/>
                                        <p:tgtEl>
                                          <p:spTgt spid="90"/>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91">
                                            <p:txEl>
                                              <p:pRg st="0" end="0"/>
                                            </p:txEl>
                                          </p:spTgt>
                                        </p:tgtEl>
                                        <p:attrNameLst>
                                          <p:attrName>style.visibility</p:attrName>
                                        </p:attrNameLst>
                                      </p:cBhvr>
                                      <p:to>
                                        <p:strVal val="visible"/>
                                      </p:to>
                                    </p:set>
                                    <p:animEffect transition="in" filter="fade">
                                      <p:cBhvr>
                                        <p:cTn id="11" dur="1000"/>
                                        <p:tgtEl>
                                          <p:spTgt spid="91">
                                            <p:txEl>
                                              <p:pRg st="0" end="0"/>
                                            </p:txEl>
                                          </p:spTgt>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91">
                                            <p:txEl>
                                              <p:pRg st="1" end="1"/>
                                            </p:txEl>
                                          </p:spTgt>
                                        </p:tgtEl>
                                        <p:attrNameLst>
                                          <p:attrName>style.visibility</p:attrName>
                                        </p:attrNameLst>
                                      </p:cBhvr>
                                      <p:to>
                                        <p:strVal val="visible"/>
                                      </p:to>
                                    </p:set>
                                    <p:animEffect transition="in" filter="fade">
                                      <p:cBhvr>
                                        <p:cTn id="15" dur="1000"/>
                                        <p:tgtEl>
                                          <p:spTgt spid="91">
                                            <p:txEl>
                                              <p:pRg st="1" end="1"/>
                                            </p:txEl>
                                          </p:spTgt>
                                        </p:tgtEl>
                                      </p:cBhvr>
                                    </p:animEffect>
                                  </p:childTnLst>
                                </p:cTn>
                              </p:par>
                            </p:childTnLst>
                          </p:cTn>
                        </p:par>
                        <p:par>
                          <p:cTn id="16" fill="hold">
                            <p:stCondLst>
                              <p:cond delay="2250"/>
                            </p:stCondLst>
                            <p:childTnLst>
                              <p:par>
                                <p:cTn id="17" presetID="10" presetClass="entr" presetSubtype="0" fill="hold" nodeType="afterEffect">
                                  <p:stCondLst>
                                    <p:cond delay="0"/>
                                  </p:stCondLst>
                                  <p:childTnLst>
                                    <p:set>
                                      <p:cBhvr>
                                        <p:cTn id="18" dur="1" fill="hold">
                                          <p:stCondLst>
                                            <p:cond delay="0"/>
                                          </p:stCondLst>
                                        </p:cTn>
                                        <p:tgtEl>
                                          <p:spTgt spid="91">
                                            <p:txEl>
                                              <p:pRg st="2" end="2"/>
                                            </p:txEl>
                                          </p:spTgt>
                                        </p:tgtEl>
                                        <p:attrNameLst>
                                          <p:attrName>style.visibility</p:attrName>
                                        </p:attrNameLst>
                                      </p:cBhvr>
                                      <p:to>
                                        <p:strVal val="visible"/>
                                      </p:to>
                                    </p:set>
                                    <p:animEffect transition="in" filter="fade">
                                      <p:cBhvr>
                                        <p:cTn id="19" dur="1000"/>
                                        <p:tgtEl>
                                          <p:spTgt spid="91">
                                            <p:txEl>
                                              <p:pRg st="2" end="2"/>
                                            </p:txEl>
                                          </p:spTgt>
                                        </p:tgtEl>
                                      </p:cBhvr>
                                    </p:animEffect>
                                  </p:childTnLst>
                                </p:cTn>
                              </p:par>
                            </p:childTnLst>
                          </p:cTn>
                        </p:par>
                        <p:par>
                          <p:cTn id="20" fill="hold">
                            <p:stCondLst>
                              <p:cond delay="3250"/>
                            </p:stCondLst>
                            <p:childTnLst>
                              <p:par>
                                <p:cTn id="21" presetID="10" presetClass="entr" presetSubtype="0" fill="hold" nodeType="afterEffect">
                                  <p:stCondLst>
                                    <p:cond delay="0"/>
                                  </p:stCondLst>
                                  <p:childTnLst>
                                    <p:set>
                                      <p:cBhvr>
                                        <p:cTn id="22" dur="1" fill="hold">
                                          <p:stCondLst>
                                            <p:cond delay="0"/>
                                          </p:stCondLst>
                                        </p:cTn>
                                        <p:tgtEl>
                                          <p:spTgt spid="91">
                                            <p:txEl>
                                              <p:pRg st="3" end="3"/>
                                            </p:txEl>
                                          </p:spTgt>
                                        </p:tgtEl>
                                        <p:attrNameLst>
                                          <p:attrName>style.visibility</p:attrName>
                                        </p:attrNameLst>
                                      </p:cBhvr>
                                      <p:to>
                                        <p:strVal val="visible"/>
                                      </p:to>
                                    </p:set>
                                    <p:animEffect transition="in" filter="fade">
                                      <p:cBhvr>
                                        <p:cTn id="23" dur="1000"/>
                                        <p:tgtEl>
                                          <p:spTgt spid="91">
                                            <p:txEl>
                                              <p:pRg st="3" end="3"/>
                                            </p:txEl>
                                          </p:spTgt>
                                        </p:tgtEl>
                                      </p:cBhvr>
                                    </p:animEffect>
                                  </p:childTnLst>
                                </p:cTn>
                              </p:par>
                            </p:childTnLst>
                          </p:cTn>
                        </p:par>
                        <p:par>
                          <p:cTn id="24" fill="hold">
                            <p:stCondLst>
                              <p:cond delay="4250"/>
                            </p:stCondLst>
                            <p:childTnLst>
                              <p:par>
                                <p:cTn id="25" presetID="10" presetClass="entr" presetSubtype="0" fill="hold" nodeType="afterEffect">
                                  <p:stCondLst>
                                    <p:cond delay="0"/>
                                  </p:stCondLst>
                                  <p:childTnLst>
                                    <p:set>
                                      <p:cBhvr>
                                        <p:cTn id="26" dur="1" fill="hold">
                                          <p:stCondLst>
                                            <p:cond delay="0"/>
                                          </p:stCondLst>
                                        </p:cTn>
                                        <p:tgtEl>
                                          <p:spTgt spid="91">
                                            <p:txEl>
                                              <p:pRg st="4" end="4"/>
                                            </p:txEl>
                                          </p:spTgt>
                                        </p:tgtEl>
                                        <p:attrNameLst>
                                          <p:attrName>style.visibility</p:attrName>
                                        </p:attrNameLst>
                                      </p:cBhvr>
                                      <p:to>
                                        <p:strVal val="visible"/>
                                      </p:to>
                                    </p:set>
                                    <p:animEffect transition="in" filter="fade">
                                      <p:cBhvr>
                                        <p:cTn id="27" dur="1000"/>
                                        <p:tgtEl>
                                          <p:spTgt spid="91">
                                            <p:txEl>
                                              <p:pRg st="4" end="4"/>
                                            </p:txEl>
                                          </p:spTgt>
                                        </p:tgtEl>
                                      </p:cBhvr>
                                    </p:animEffect>
                                  </p:childTnLst>
                                </p:cTn>
                              </p:par>
                            </p:childTnLst>
                          </p:cTn>
                        </p:par>
                        <p:par>
                          <p:cTn id="28" fill="hold">
                            <p:stCondLst>
                              <p:cond delay="5250"/>
                            </p:stCondLst>
                            <p:childTnLst>
                              <p:par>
                                <p:cTn id="29" presetID="10" presetClass="entr" presetSubtype="0" fill="hold" nodeType="afterEffect">
                                  <p:stCondLst>
                                    <p:cond delay="0"/>
                                  </p:stCondLst>
                                  <p:childTnLst>
                                    <p:set>
                                      <p:cBhvr>
                                        <p:cTn id="30" dur="1" fill="hold">
                                          <p:stCondLst>
                                            <p:cond delay="0"/>
                                          </p:stCondLst>
                                        </p:cTn>
                                        <p:tgtEl>
                                          <p:spTgt spid="91">
                                            <p:txEl>
                                              <p:pRg st="5" end="5"/>
                                            </p:txEl>
                                          </p:spTgt>
                                        </p:tgtEl>
                                        <p:attrNameLst>
                                          <p:attrName>style.visibility</p:attrName>
                                        </p:attrNameLst>
                                      </p:cBhvr>
                                      <p:to>
                                        <p:strVal val="visible"/>
                                      </p:to>
                                    </p:set>
                                    <p:animEffect transition="in" filter="fade">
                                      <p:cBhvr>
                                        <p:cTn id="31" dur="1000"/>
                                        <p:tgtEl>
                                          <p:spTgt spid="91">
                                            <p:txEl>
                                              <p:pRg st="5" end="5"/>
                                            </p:txEl>
                                          </p:spTgt>
                                        </p:tgtEl>
                                      </p:cBhvr>
                                    </p:animEffect>
                                  </p:childTnLst>
                                </p:cTn>
                              </p:par>
                            </p:childTnLst>
                          </p:cTn>
                        </p:par>
                        <p:par>
                          <p:cTn id="32" fill="hold">
                            <p:stCondLst>
                              <p:cond delay="6250"/>
                            </p:stCondLst>
                            <p:childTnLst>
                              <p:par>
                                <p:cTn id="33" presetID="10" presetClass="entr" presetSubtype="0" fill="hold" nodeType="afterEffect">
                                  <p:stCondLst>
                                    <p:cond delay="0"/>
                                  </p:stCondLst>
                                  <p:childTnLst>
                                    <p:set>
                                      <p:cBhvr>
                                        <p:cTn id="34" dur="1" fill="hold">
                                          <p:stCondLst>
                                            <p:cond delay="0"/>
                                          </p:stCondLst>
                                        </p:cTn>
                                        <p:tgtEl>
                                          <p:spTgt spid="91">
                                            <p:txEl>
                                              <p:pRg st="6" end="6"/>
                                            </p:txEl>
                                          </p:spTgt>
                                        </p:tgtEl>
                                        <p:attrNameLst>
                                          <p:attrName>style.visibility</p:attrName>
                                        </p:attrNameLst>
                                      </p:cBhvr>
                                      <p:to>
                                        <p:strVal val="visible"/>
                                      </p:to>
                                    </p:set>
                                    <p:animEffect transition="in" filter="fade">
                                      <p:cBhvr>
                                        <p:cTn id="35" dur="1000"/>
                                        <p:tgtEl>
                                          <p:spTgt spid="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cxnSp>
        <p:nvCxnSpPr>
          <p:cNvPr id="97" name="Google Shape;97;p15"/>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cxnSp>
        <p:nvCxnSpPr>
          <p:cNvPr id="98" name="Google Shape;98;p15"/>
          <p:cNvCxnSpPr/>
          <p:nvPr/>
        </p:nvCxnSpPr>
        <p:spPr>
          <a:xfrm>
            <a:off x="2962232" y="4328336"/>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99" name="Google Shape;99;p15"/>
          <p:cNvCxnSpPr/>
          <p:nvPr/>
        </p:nvCxnSpPr>
        <p:spPr>
          <a:xfrm>
            <a:off x="2962232" y="3079854"/>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100" name="Google Shape;100;p15"/>
          <p:cNvCxnSpPr/>
          <p:nvPr/>
        </p:nvCxnSpPr>
        <p:spPr>
          <a:xfrm>
            <a:off x="2962232" y="2047946"/>
            <a:ext cx="4182838" cy="0"/>
          </a:xfrm>
          <a:prstGeom prst="straightConnector1">
            <a:avLst/>
          </a:prstGeom>
          <a:noFill/>
          <a:ln w="38100" cap="flat" cmpd="sng">
            <a:solidFill>
              <a:schemeClr val="accent3"/>
            </a:solidFill>
            <a:prstDash val="solid"/>
            <a:miter lim="800000"/>
            <a:headEnd type="none" w="sm" len="sm"/>
            <a:tailEnd type="none" w="sm" len="sm"/>
          </a:ln>
        </p:spPr>
      </p:cxnSp>
      <p:sp>
        <p:nvSpPr>
          <p:cNvPr id="101" name="Google Shape;101;p15"/>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15"/>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a:t>
            </a:r>
            <a:endParaRPr sz="4000">
              <a:solidFill>
                <a:schemeClr val="lt1"/>
              </a:solidFill>
              <a:latin typeface="Calibri"/>
              <a:ea typeface="Calibri"/>
              <a:cs typeface="Calibri"/>
              <a:sym typeface="Calibri"/>
            </a:endParaRPr>
          </a:p>
        </p:txBody>
      </p:sp>
      <p:sp>
        <p:nvSpPr>
          <p:cNvPr id="103" name="Google Shape;103;p15"/>
          <p:cNvSpPr/>
          <p:nvPr/>
        </p:nvSpPr>
        <p:spPr>
          <a:xfrm>
            <a:off x="6677951" y="158082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4" name="Google Shape;104;p15"/>
          <p:cNvSpPr/>
          <p:nvPr/>
        </p:nvSpPr>
        <p:spPr>
          <a:xfrm>
            <a:off x="7612190" y="1580827"/>
            <a:ext cx="1953051" cy="934238"/>
          </a:xfrm>
          <a:custGeom>
            <a:avLst/>
            <a:gdLst/>
            <a:ahLst/>
            <a:cxnLst/>
            <a:rect l="l" t="t" r="r" b="b"/>
            <a:pathLst>
              <a:path w="1953051" h="934238" extrusionOk="0">
                <a:moveTo>
                  <a:pt x="0" y="0"/>
                </a:moveTo>
                <a:lnTo>
                  <a:pt x="1953051" y="0"/>
                </a:lnTo>
                <a:lnTo>
                  <a:pt x="1953051"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What these tools are</a:t>
            </a:r>
            <a:endParaRPr/>
          </a:p>
        </p:txBody>
      </p:sp>
      <p:sp>
        <p:nvSpPr>
          <p:cNvPr id="105" name="Google Shape;105;p15"/>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15"/>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107" name="Google Shape;107;p15"/>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15"/>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sp>
        <p:nvSpPr>
          <p:cNvPr id="109" name="Google Shape;109;p15"/>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15"/>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250"/>
                                        <p:tgtEl>
                                          <p:spTgt spid="96"/>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101"/>
                                        </p:tgtEl>
                                        <p:attrNameLst>
                                          <p:attrName>style.visibility</p:attrName>
                                        </p:attrNameLst>
                                      </p:cBhvr>
                                      <p:to>
                                        <p:strVal val="visible"/>
                                      </p:to>
                                    </p:set>
                                    <p:animEffect transition="in" filter="fade">
                                      <p:cBhvr>
                                        <p:cTn id="11" dur="500"/>
                                        <p:tgtEl>
                                          <p:spTgt spid="101"/>
                                        </p:tgtEl>
                                      </p:cBhvr>
                                    </p:animEffect>
                                  </p:childTnLst>
                                </p:cTn>
                              </p:par>
                              <p:par>
                                <p:cTn id="12" presetID="10" presetClass="entr" presetSubtype="0" fill="hold" nodeType="withEffect">
                                  <p:stCondLst>
                                    <p:cond delay="0"/>
                                  </p:stCondLst>
                                  <p:childTnLst>
                                    <p:set>
                                      <p:cBhvr>
                                        <p:cTn id="13" dur="1" fill="hold">
                                          <p:stCondLst>
                                            <p:cond delay="0"/>
                                          </p:stCondLst>
                                        </p:cTn>
                                        <p:tgtEl>
                                          <p:spTgt spid="102"/>
                                        </p:tgtEl>
                                        <p:attrNameLst>
                                          <p:attrName>style.visibility</p:attrName>
                                        </p:attrNameLst>
                                      </p:cBhvr>
                                      <p:to>
                                        <p:strVal val="visible"/>
                                      </p:to>
                                    </p:set>
                                    <p:animEffect transition="in" filter="fade">
                                      <p:cBhvr>
                                        <p:cTn id="14" dur="500"/>
                                        <p:tgtEl>
                                          <p:spTgt spid="102"/>
                                        </p:tgtEl>
                                      </p:cBhvr>
                                    </p:animEffect>
                                  </p:childTnLst>
                                </p:cTn>
                              </p:par>
                            </p:childTnLst>
                          </p:cTn>
                        </p:par>
                        <p:par>
                          <p:cTn id="15" fill="hold">
                            <p:stCondLst>
                              <p:cond delay="750"/>
                            </p:stCondLst>
                            <p:childTnLst>
                              <p:par>
                                <p:cTn id="16" presetID="10" presetClass="entr" presetSubtype="0" fill="hold" nodeType="afterEffect">
                                  <p:stCondLst>
                                    <p:cond delay="0"/>
                                  </p:stCondLst>
                                  <p:childTnLst>
                                    <p:set>
                                      <p:cBhvr>
                                        <p:cTn id="17" dur="1" fill="hold">
                                          <p:stCondLst>
                                            <p:cond delay="0"/>
                                          </p:stCondLst>
                                        </p:cTn>
                                        <p:tgtEl>
                                          <p:spTgt spid="100"/>
                                        </p:tgtEl>
                                        <p:attrNameLst>
                                          <p:attrName>style.visibility</p:attrName>
                                        </p:attrNameLst>
                                      </p:cBhvr>
                                      <p:to>
                                        <p:strVal val="visible"/>
                                      </p:to>
                                    </p:set>
                                    <p:animEffect transition="in" filter="fade">
                                      <p:cBhvr>
                                        <p:cTn id="18" dur="300"/>
                                        <p:tgtEl>
                                          <p:spTgt spid="100"/>
                                        </p:tgtEl>
                                      </p:cBhvr>
                                    </p:animEffect>
                                  </p:childTnLst>
                                </p:cTn>
                              </p:par>
                              <p:par>
                                <p:cTn id="19" presetID="10" presetClass="entr" presetSubtype="0" fill="hold" nodeType="withEffect">
                                  <p:stCondLst>
                                    <p:cond delay="200"/>
                                  </p:stCondLst>
                                  <p:childTnLst>
                                    <p:set>
                                      <p:cBhvr>
                                        <p:cTn id="20" dur="1" fill="hold">
                                          <p:stCondLst>
                                            <p:cond delay="0"/>
                                          </p:stCondLst>
                                        </p:cTn>
                                        <p:tgtEl>
                                          <p:spTgt spid="99"/>
                                        </p:tgtEl>
                                        <p:attrNameLst>
                                          <p:attrName>style.visibility</p:attrName>
                                        </p:attrNameLst>
                                      </p:cBhvr>
                                      <p:to>
                                        <p:strVal val="visible"/>
                                      </p:to>
                                    </p:set>
                                    <p:animEffect transition="in" filter="fade">
                                      <p:cBhvr>
                                        <p:cTn id="21" dur="300"/>
                                        <p:tgtEl>
                                          <p:spTgt spid="99"/>
                                        </p:tgtEl>
                                      </p:cBhvr>
                                    </p:animEffect>
                                  </p:childTnLst>
                                </p:cTn>
                              </p:par>
                              <p:par>
                                <p:cTn id="22" presetID="10" presetClass="entr" presetSubtype="0" fill="hold" nodeType="withEffect">
                                  <p:stCondLst>
                                    <p:cond delay="300"/>
                                  </p:stCondLst>
                                  <p:childTnLst>
                                    <p:set>
                                      <p:cBhvr>
                                        <p:cTn id="23" dur="1" fill="hold">
                                          <p:stCondLst>
                                            <p:cond delay="0"/>
                                          </p:stCondLst>
                                        </p:cTn>
                                        <p:tgtEl>
                                          <p:spTgt spid="98"/>
                                        </p:tgtEl>
                                        <p:attrNameLst>
                                          <p:attrName>style.visibility</p:attrName>
                                        </p:attrNameLst>
                                      </p:cBhvr>
                                      <p:to>
                                        <p:strVal val="visible"/>
                                      </p:to>
                                    </p:set>
                                    <p:animEffect transition="in" filter="fade">
                                      <p:cBhvr>
                                        <p:cTn id="24" dur="300"/>
                                        <p:tgtEl>
                                          <p:spTgt spid="98"/>
                                        </p:tgtEl>
                                      </p:cBhvr>
                                    </p:animEffect>
                                  </p:childTnLst>
                                </p:cTn>
                              </p:par>
                              <p:par>
                                <p:cTn id="25" presetID="10" presetClass="entr" presetSubtype="0" fill="hold" nodeType="withEffect">
                                  <p:stCondLst>
                                    <p:cond delay="400"/>
                                  </p:stCondLst>
                                  <p:childTnLst>
                                    <p:set>
                                      <p:cBhvr>
                                        <p:cTn id="26" dur="1" fill="hold">
                                          <p:stCondLst>
                                            <p:cond delay="0"/>
                                          </p:stCondLst>
                                        </p:cTn>
                                        <p:tgtEl>
                                          <p:spTgt spid="97"/>
                                        </p:tgtEl>
                                        <p:attrNameLst>
                                          <p:attrName>style.visibility</p:attrName>
                                        </p:attrNameLst>
                                      </p:cBhvr>
                                      <p:to>
                                        <p:strVal val="visible"/>
                                      </p:to>
                                    </p:set>
                                    <p:animEffect transition="in" filter="fade">
                                      <p:cBhvr>
                                        <p:cTn id="27" dur="300"/>
                                        <p:tgtEl>
                                          <p:spTgt spid="97"/>
                                        </p:tgtEl>
                                      </p:cBhvr>
                                    </p:animEffect>
                                  </p:childTnLst>
                                </p:cTn>
                              </p:par>
                              <p:par>
                                <p:cTn id="28" presetID="10" presetClass="entr" presetSubtype="0" fill="hold" nodeType="with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500"/>
                                        <p:tgtEl>
                                          <p:spTgt spid="104"/>
                                        </p:tgtEl>
                                      </p:cBhvr>
                                    </p:animEffect>
                                  </p:childTnLst>
                                </p:cTn>
                              </p:par>
                              <p:par>
                                <p:cTn id="31" presetID="10" presetClass="entr" presetSubtype="0" fill="hold" nodeType="withEffect">
                                  <p:stCondLst>
                                    <p:cond delay="100"/>
                                  </p:stCondLst>
                                  <p:childTnLst>
                                    <p:set>
                                      <p:cBhvr>
                                        <p:cTn id="32" dur="1" fill="hold">
                                          <p:stCondLst>
                                            <p:cond delay="0"/>
                                          </p:stCondLst>
                                        </p:cTn>
                                        <p:tgtEl>
                                          <p:spTgt spid="103"/>
                                        </p:tgtEl>
                                        <p:attrNameLst>
                                          <p:attrName>style.visibility</p:attrName>
                                        </p:attrNameLst>
                                      </p:cBhvr>
                                      <p:to>
                                        <p:strVal val="visible"/>
                                      </p:to>
                                    </p:set>
                                    <p:animEffect transition="in" filter="fade">
                                      <p:cBhvr>
                                        <p:cTn id="33" dur="300"/>
                                        <p:tgtEl>
                                          <p:spTgt spid="103"/>
                                        </p:tgtEl>
                                      </p:cBhvr>
                                    </p:animEffect>
                                  </p:childTnLst>
                                </p:cTn>
                              </p:par>
                              <p:par>
                                <p:cTn id="34" presetID="10" presetClass="entr" presetSubtype="0" fill="hold" nodeType="withEffect">
                                  <p:stCondLst>
                                    <p:cond delay="200"/>
                                  </p:stCondLst>
                                  <p:childTnLst>
                                    <p:set>
                                      <p:cBhvr>
                                        <p:cTn id="35" dur="1" fill="hold">
                                          <p:stCondLst>
                                            <p:cond delay="0"/>
                                          </p:stCondLst>
                                        </p:cTn>
                                        <p:tgtEl>
                                          <p:spTgt spid="105"/>
                                        </p:tgtEl>
                                        <p:attrNameLst>
                                          <p:attrName>style.visibility</p:attrName>
                                        </p:attrNameLst>
                                      </p:cBhvr>
                                      <p:to>
                                        <p:strVal val="visible"/>
                                      </p:to>
                                    </p:set>
                                    <p:animEffect transition="in" filter="fade">
                                      <p:cBhvr>
                                        <p:cTn id="36" dur="300"/>
                                        <p:tgtEl>
                                          <p:spTgt spid="105"/>
                                        </p:tgtEl>
                                      </p:cBhvr>
                                    </p:animEffect>
                                  </p:childTnLst>
                                </p:cTn>
                              </p:par>
                              <p:par>
                                <p:cTn id="37" presetID="10" presetClass="entr" presetSubtype="0" fill="hold" nodeType="withEffect">
                                  <p:stCondLst>
                                    <p:cond delay="200"/>
                                  </p:stCondLst>
                                  <p:childTnLst>
                                    <p:set>
                                      <p:cBhvr>
                                        <p:cTn id="38" dur="1" fill="hold">
                                          <p:stCondLst>
                                            <p:cond delay="0"/>
                                          </p:stCondLst>
                                        </p:cTn>
                                        <p:tgtEl>
                                          <p:spTgt spid="106"/>
                                        </p:tgtEl>
                                        <p:attrNameLst>
                                          <p:attrName>style.visibility</p:attrName>
                                        </p:attrNameLst>
                                      </p:cBhvr>
                                      <p:to>
                                        <p:strVal val="visible"/>
                                      </p:to>
                                    </p:set>
                                    <p:animEffect transition="in" filter="fade">
                                      <p:cBhvr>
                                        <p:cTn id="39" dur="300"/>
                                        <p:tgtEl>
                                          <p:spTgt spid="106"/>
                                        </p:tgtEl>
                                      </p:cBhvr>
                                    </p:animEffect>
                                  </p:childTnLst>
                                </p:cTn>
                              </p:par>
                              <p:par>
                                <p:cTn id="40" presetID="10" presetClass="entr" presetSubtype="0" fill="hold" nodeType="withEffect">
                                  <p:stCondLst>
                                    <p:cond delay="300"/>
                                  </p:stCondLst>
                                  <p:childTnLst>
                                    <p:set>
                                      <p:cBhvr>
                                        <p:cTn id="41" dur="1" fill="hold">
                                          <p:stCondLst>
                                            <p:cond delay="0"/>
                                          </p:stCondLst>
                                        </p:cTn>
                                        <p:tgtEl>
                                          <p:spTgt spid="107"/>
                                        </p:tgtEl>
                                        <p:attrNameLst>
                                          <p:attrName>style.visibility</p:attrName>
                                        </p:attrNameLst>
                                      </p:cBhvr>
                                      <p:to>
                                        <p:strVal val="visible"/>
                                      </p:to>
                                    </p:set>
                                    <p:animEffect transition="in" filter="fade">
                                      <p:cBhvr>
                                        <p:cTn id="42" dur="300"/>
                                        <p:tgtEl>
                                          <p:spTgt spid="107"/>
                                        </p:tgtEl>
                                      </p:cBhvr>
                                    </p:animEffect>
                                  </p:childTnLst>
                                </p:cTn>
                              </p:par>
                              <p:par>
                                <p:cTn id="43" presetID="10" presetClass="entr" presetSubtype="0" fill="hold" nodeType="withEffect">
                                  <p:stCondLst>
                                    <p:cond delay="300"/>
                                  </p:stCondLst>
                                  <p:childTnLst>
                                    <p:set>
                                      <p:cBhvr>
                                        <p:cTn id="44" dur="1" fill="hold">
                                          <p:stCondLst>
                                            <p:cond delay="0"/>
                                          </p:stCondLst>
                                        </p:cTn>
                                        <p:tgtEl>
                                          <p:spTgt spid="108"/>
                                        </p:tgtEl>
                                        <p:attrNameLst>
                                          <p:attrName>style.visibility</p:attrName>
                                        </p:attrNameLst>
                                      </p:cBhvr>
                                      <p:to>
                                        <p:strVal val="visible"/>
                                      </p:to>
                                    </p:set>
                                    <p:animEffect transition="in" filter="fade">
                                      <p:cBhvr>
                                        <p:cTn id="45" dur="300"/>
                                        <p:tgtEl>
                                          <p:spTgt spid="108"/>
                                        </p:tgtEl>
                                      </p:cBhvr>
                                    </p:animEffect>
                                  </p:childTnLst>
                                </p:cTn>
                              </p:par>
                              <p:par>
                                <p:cTn id="46" presetID="10" presetClass="entr" presetSubtype="0" fill="hold" nodeType="withEffect">
                                  <p:stCondLst>
                                    <p:cond delay="400"/>
                                  </p:stCondLst>
                                  <p:childTnLst>
                                    <p:set>
                                      <p:cBhvr>
                                        <p:cTn id="47" dur="1" fill="hold">
                                          <p:stCondLst>
                                            <p:cond delay="0"/>
                                          </p:stCondLst>
                                        </p:cTn>
                                        <p:tgtEl>
                                          <p:spTgt spid="109"/>
                                        </p:tgtEl>
                                        <p:attrNameLst>
                                          <p:attrName>style.visibility</p:attrName>
                                        </p:attrNameLst>
                                      </p:cBhvr>
                                      <p:to>
                                        <p:strVal val="visible"/>
                                      </p:to>
                                    </p:set>
                                    <p:animEffect transition="in" filter="fade">
                                      <p:cBhvr>
                                        <p:cTn id="48" dur="300"/>
                                        <p:tgtEl>
                                          <p:spTgt spid="109"/>
                                        </p:tgtEl>
                                      </p:cBhvr>
                                    </p:animEffect>
                                  </p:childTnLst>
                                </p:cTn>
                              </p:par>
                              <p:par>
                                <p:cTn id="49" presetID="10" presetClass="entr" presetSubtype="0" fill="hold" nodeType="withEffect">
                                  <p:stCondLst>
                                    <p:cond delay="400"/>
                                  </p:stCondLst>
                                  <p:childTnLst>
                                    <p:set>
                                      <p:cBhvr>
                                        <p:cTn id="50" dur="1" fill="hold">
                                          <p:stCondLst>
                                            <p:cond delay="0"/>
                                          </p:stCondLst>
                                        </p:cTn>
                                        <p:tgtEl>
                                          <p:spTgt spid="110"/>
                                        </p:tgtEl>
                                        <p:attrNameLst>
                                          <p:attrName>style.visibility</p:attrName>
                                        </p:attrNameLst>
                                      </p:cBhvr>
                                      <p:to>
                                        <p:strVal val="visible"/>
                                      </p:to>
                                    </p:set>
                                    <p:animEffect transition="in" filter="fade">
                                      <p:cBhvr>
                                        <p:cTn id="51" dur="3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cxnSp>
        <p:nvCxnSpPr>
          <p:cNvPr id="116" name="Google Shape;116;p16"/>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cxnSp>
        <p:nvCxnSpPr>
          <p:cNvPr id="117" name="Google Shape;117;p16"/>
          <p:cNvCxnSpPr/>
          <p:nvPr/>
        </p:nvCxnSpPr>
        <p:spPr>
          <a:xfrm>
            <a:off x="2962232" y="4328336"/>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118" name="Google Shape;118;p16"/>
          <p:cNvCxnSpPr/>
          <p:nvPr/>
        </p:nvCxnSpPr>
        <p:spPr>
          <a:xfrm>
            <a:off x="2962232" y="3079854"/>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119" name="Google Shape;119;p16"/>
          <p:cNvCxnSpPr/>
          <p:nvPr/>
        </p:nvCxnSpPr>
        <p:spPr>
          <a:xfrm>
            <a:off x="2962232" y="2047946"/>
            <a:ext cx="4182838" cy="0"/>
          </a:xfrm>
          <a:prstGeom prst="straightConnector1">
            <a:avLst/>
          </a:prstGeom>
          <a:noFill/>
          <a:ln w="38100" cap="flat" cmpd="sng">
            <a:solidFill>
              <a:schemeClr val="accent3"/>
            </a:solidFill>
            <a:prstDash val="solid"/>
            <a:miter lim="800000"/>
            <a:headEnd type="none" w="sm" len="sm"/>
            <a:tailEnd type="none" w="sm" len="sm"/>
          </a:ln>
        </p:spPr>
      </p:cxnSp>
      <p:sp>
        <p:nvSpPr>
          <p:cNvPr id="120" name="Google Shape;120;p16"/>
          <p:cNvSpPr/>
          <p:nvPr/>
        </p:nvSpPr>
        <p:spPr>
          <a:xfrm>
            <a:off x="6677951" y="158082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6"/>
          <p:cNvSpPr/>
          <p:nvPr/>
        </p:nvSpPr>
        <p:spPr>
          <a:xfrm>
            <a:off x="7612190" y="1580827"/>
            <a:ext cx="1953051" cy="934238"/>
          </a:xfrm>
          <a:custGeom>
            <a:avLst/>
            <a:gdLst/>
            <a:ahLst/>
            <a:cxnLst/>
            <a:rect l="l" t="t" r="r" b="b"/>
            <a:pathLst>
              <a:path w="1953051" h="934238" extrusionOk="0">
                <a:moveTo>
                  <a:pt x="0" y="0"/>
                </a:moveTo>
                <a:lnTo>
                  <a:pt x="1953051" y="0"/>
                </a:lnTo>
                <a:lnTo>
                  <a:pt x="1953051"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What these tools are</a:t>
            </a:r>
            <a:endParaRPr/>
          </a:p>
        </p:txBody>
      </p:sp>
      <p:sp>
        <p:nvSpPr>
          <p:cNvPr id="122" name="Google Shape;122;p16"/>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3" name="Google Shape;123;p16"/>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124" name="Google Shape;124;p16"/>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5" name="Google Shape;125;p16"/>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sp>
        <p:nvSpPr>
          <p:cNvPr id="126" name="Google Shape;126;p16"/>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16"/>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128" name="Google Shape;128;p16"/>
          <p:cNvGrpSpPr/>
          <p:nvPr/>
        </p:nvGrpSpPr>
        <p:grpSpPr>
          <a:xfrm>
            <a:off x="6631801" y="1523678"/>
            <a:ext cx="1005035" cy="934239"/>
            <a:chOff x="630314" y="1580827"/>
            <a:chExt cx="4833184" cy="4489266"/>
          </a:xfrm>
        </p:grpSpPr>
        <p:sp>
          <p:nvSpPr>
            <p:cNvPr id="129" name="Google Shape;129;p16"/>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16"/>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131" name="Google Shape;131;p16"/>
            <p:cNvGrpSpPr/>
            <p:nvPr/>
          </p:nvGrpSpPr>
          <p:grpSpPr>
            <a:xfrm>
              <a:off x="630314" y="1643269"/>
              <a:ext cx="4833184" cy="4426824"/>
              <a:chOff x="2901073" y="1621694"/>
              <a:chExt cx="4833184" cy="4426824"/>
            </a:xfrm>
          </p:grpSpPr>
          <p:sp>
            <p:nvSpPr>
              <p:cNvPr id="132" name="Google Shape;132;p1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4" name="Google Shape;134;p16"/>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16"/>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6"/>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16"/>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16"/>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16"/>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16"/>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16"/>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16"/>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16"/>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16"/>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16"/>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146;p16"/>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6"/>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16"/>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16"/>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16"/>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16"/>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16"/>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16"/>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6"/>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16"/>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16"/>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7" name="Google Shape;157;p16"/>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8" name="Google Shape;158;p16"/>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16"/>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6"/>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16"/>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16"/>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6"/>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16"/>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16"/>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16"/>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16"/>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16"/>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16"/>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16"/>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16"/>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16"/>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16"/>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16"/>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 name="Google Shape;175;p16"/>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16"/>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16"/>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16"/>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16"/>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 name="Google Shape;180;p16"/>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16"/>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16"/>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16"/>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16"/>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6"/>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16"/>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16"/>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8" name="Google Shape;188;p16"/>
          <p:cNvGrpSpPr/>
          <p:nvPr/>
        </p:nvGrpSpPr>
        <p:grpSpPr>
          <a:xfrm>
            <a:off x="5906476" y="2608004"/>
            <a:ext cx="1005035" cy="934239"/>
            <a:chOff x="630314" y="1580827"/>
            <a:chExt cx="4833184" cy="4489266"/>
          </a:xfrm>
        </p:grpSpPr>
        <p:sp>
          <p:nvSpPr>
            <p:cNvPr id="189" name="Google Shape;189;p16"/>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6"/>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191" name="Google Shape;191;p16"/>
            <p:cNvGrpSpPr/>
            <p:nvPr/>
          </p:nvGrpSpPr>
          <p:grpSpPr>
            <a:xfrm>
              <a:off x="630314" y="1643269"/>
              <a:ext cx="4833184" cy="4426824"/>
              <a:chOff x="2901073" y="1621694"/>
              <a:chExt cx="4833184" cy="4426824"/>
            </a:xfrm>
          </p:grpSpPr>
          <p:sp>
            <p:nvSpPr>
              <p:cNvPr id="192" name="Google Shape;192;p1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3" name="Google Shape;193;p1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94" name="Google Shape;194;p16"/>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16"/>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16"/>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16"/>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16"/>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16"/>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6"/>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16"/>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6"/>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6"/>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6"/>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16"/>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6"/>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16"/>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6"/>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16"/>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16"/>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 name="Google Shape;211;p16"/>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16"/>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16"/>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6"/>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16"/>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6" name="Google Shape;216;p16"/>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16"/>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16"/>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16"/>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16"/>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16"/>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16"/>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16"/>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16"/>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16"/>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16"/>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6"/>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6"/>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16"/>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6"/>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16"/>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6"/>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p16"/>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6"/>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16"/>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16"/>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16"/>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16"/>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16"/>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 name="Google Shape;240;p16"/>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16"/>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6"/>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16"/>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16"/>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16"/>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16"/>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16"/>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48" name="Google Shape;248;p16"/>
          <p:cNvGrpSpPr/>
          <p:nvPr/>
        </p:nvGrpSpPr>
        <p:grpSpPr>
          <a:xfrm>
            <a:off x="5906476" y="3846582"/>
            <a:ext cx="1005035" cy="934239"/>
            <a:chOff x="630314" y="1580827"/>
            <a:chExt cx="4833184" cy="4489266"/>
          </a:xfrm>
        </p:grpSpPr>
        <p:sp>
          <p:nvSpPr>
            <p:cNvPr id="249" name="Google Shape;249;p16"/>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6"/>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51" name="Google Shape;251;p16"/>
            <p:cNvGrpSpPr/>
            <p:nvPr/>
          </p:nvGrpSpPr>
          <p:grpSpPr>
            <a:xfrm>
              <a:off x="630314" y="1643269"/>
              <a:ext cx="4833184" cy="4426824"/>
              <a:chOff x="2901073" y="1621694"/>
              <a:chExt cx="4833184" cy="4426824"/>
            </a:xfrm>
          </p:grpSpPr>
          <p:sp>
            <p:nvSpPr>
              <p:cNvPr id="252" name="Google Shape;252;p1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1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54" name="Google Shape;254;p16"/>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6"/>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16"/>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16"/>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16"/>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16"/>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16"/>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16"/>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6"/>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16"/>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16"/>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16"/>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p16"/>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p16"/>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16"/>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16"/>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16"/>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16"/>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16"/>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6"/>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4" name="Google Shape;274;p16"/>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16"/>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16"/>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16"/>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16"/>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16"/>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16"/>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16"/>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16"/>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 name="Google Shape;283;p16"/>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16"/>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16"/>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16"/>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16"/>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6"/>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16"/>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 name="Google Shape;290;p16"/>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16"/>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16"/>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 name="Google Shape;293;p16"/>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 name="Google Shape;294;p16"/>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5" name="Google Shape;295;p16"/>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6"/>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16"/>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16"/>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6"/>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6"/>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16"/>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16"/>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16"/>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16"/>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16"/>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 name="Google Shape;306;p16"/>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16"/>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08" name="Google Shape;308;p16"/>
          <p:cNvGrpSpPr/>
          <p:nvPr/>
        </p:nvGrpSpPr>
        <p:grpSpPr>
          <a:xfrm>
            <a:off x="6607154" y="4893124"/>
            <a:ext cx="1005035" cy="934239"/>
            <a:chOff x="630314" y="1580827"/>
            <a:chExt cx="4833184" cy="4489266"/>
          </a:xfrm>
        </p:grpSpPr>
        <p:sp>
          <p:nvSpPr>
            <p:cNvPr id="309" name="Google Shape;309;p16"/>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6"/>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11" name="Google Shape;311;p16"/>
            <p:cNvGrpSpPr/>
            <p:nvPr/>
          </p:nvGrpSpPr>
          <p:grpSpPr>
            <a:xfrm>
              <a:off x="630314" y="1643269"/>
              <a:ext cx="4833184" cy="4426824"/>
              <a:chOff x="2901073" y="1621694"/>
              <a:chExt cx="4833184" cy="4426824"/>
            </a:xfrm>
          </p:grpSpPr>
          <p:sp>
            <p:nvSpPr>
              <p:cNvPr id="312" name="Google Shape;312;p1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1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4" name="Google Shape;314;p16"/>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16"/>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6"/>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16"/>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16"/>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16"/>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16"/>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16"/>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16"/>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16"/>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6"/>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16"/>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16"/>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 name="Google Shape;327;p16"/>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16"/>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16"/>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16"/>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16"/>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16"/>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16"/>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16"/>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16"/>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16"/>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16"/>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16"/>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16"/>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16"/>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16"/>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16"/>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16"/>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16"/>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16"/>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16"/>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16"/>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16"/>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 name="Google Shape;349;p16"/>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16"/>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16"/>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2" name="Google Shape;352;p16"/>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16"/>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16"/>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16"/>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6" name="Google Shape;356;p16"/>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16"/>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6"/>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16"/>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16"/>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16"/>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16"/>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3" name="Google Shape;363;p16"/>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16"/>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16"/>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16"/>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p16"/>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68" name="Google Shape;368;p16"/>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16"/>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70" name="Google Shape;370;p16"/>
          <p:cNvGrpSpPr/>
          <p:nvPr/>
        </p:nvGrpSpPr>
        <p:grpSpPr>
          <a:xfrm>
            <a:off x="758922" y="1546566"/>
            <a:ext cx="4246537" cy="4246538"/>
            <a:chOff x="630314" y="1580827"/>
            <a:chExt cx="4833184" cy="4489266"/>
          </a:xfrm>
        </p:grpSpPr>
        <p:sp>
          <p:nvSpPr>
            <p:cNvPr id="371" name="Google Shape;371;p16"/>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16"/>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73" name="Google Shape;373;p16"/>
            <p:cNvGrpSpPr/>
            <p:nvPr/>
          </p:nvGrpSpPr>
          <p:grpSpPr>
            <a:xfrm>
              <a:off x="630314" y="1643269"/>
              <a:ext cx="4833184" cy="4426824"/>
              <a:chOff x="2901073" y="1621694"/>
              <a:chExt cx="4833184" cy="4426824"/>
            </a:xfrm>
          </p:grpSpPr>
          <p:sp>
            <p:nvSpPr>
              <p:cNvPr id="374" name="Google Shape;374;p1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1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76" name="Google Shape;376;p16"/>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7" name="Google Shape;377;p16"/>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8" name="Google Shape;378;p16"/>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16"/>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16"/>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1" name="Google Shape;381;p16"/>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6"/>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16"/>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16"/>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16"/>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16"/>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16"/>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16"/>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9" name="Google Shape;389;p16"/>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0" name="Google Shape;390;p16"/>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16"/>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2" name="Google Shape;392;p16"/>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16"/>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16"/>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5" name="Google Shape;395;p16"/>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16"/>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16"/>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16"/>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16"/>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16"/>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p16"/>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16"/>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16"/>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16"/>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16"/>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16"/>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16"/>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16"/>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9" name="Google Shape;409;p16"/>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0" name="Google Shape;410;p16"/>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p16"/>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2" name="Google Shape;412;p16"/>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3" name="Google Shape;413;p16"/>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16"/>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16"/>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16"/>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16"/>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16"/>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16"/>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16"/>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1" name="Google Shape;421;p16"/>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2" name="Google Shape;422;p16"/>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16"/>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16"/>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16"/>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6" name="Google Shape;426;p16"/>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7" name="Google Shape;427;p16"/>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8" name="Google Shape;428;p16"/>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16"/>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28"/>
                                        </p:tgtEl>
                                        <p:attrNameLst>
                                          <p:attrName>style.visibility</p:attrName>
                                        </p:attrNameLst>
                                      </p:cBhvr>
                                      <p:to>
                                        <p:strVal val="visible"/>
                                      </p:to>
                                    </p:set>
                                    <p:anim calcmode="lin" valueType="num">
                                      <p:cBhvr additive="base">
                                        <p:cTn id="7" dur="250"/>
                                        <p:tgtEl>
                                          <p:spTgt spid="128"/>
                                        </p:tgtEl>
                                        <p:attrNameLst>
                                          <p:attrName>ppt_y</p:attrName>
                                        </p:attrNameLst>
                                      </p:cBhvr>
                                      <p:tavLst>
                                        <p:tav tm="0">
                                          <p:val>
                                            <p:strVal val="#ppt_y-1"/>
                                          </p:val>
                                        </p:tav>
                                        <p:tav tm="100000">
                                          <p:val>
                                            <p:strVal val="#ppt_y"/>
                                          </p:val>
                                        </p:tav>
                                      </p:tavLst>
                                    </p:anim>
                                  </p:childTnLst>
                                </p:cTn>
                              </p:par>
                            </p:childTnLst>
                          </p:cTn>
                        </p:par>
                        <p:par>
                          <p:cTn id="8" fill="hold">
                            <p:stCondLst>
                              <p:cond delay="250"/>
                            </p:stCondLst>
                            <p:childTnLst>
                              <p:par>
                                <p:cTn id="9" presetID="2" presetClass="entr" presetSubtype="1" fill="hold" nodeType="afterEffect">
                                  <p:stCondLst>
                                    <p:cond delay="0"/>
                                  </p:stCondLst>
                                  <p:childTnLst>
                                    <p:set>
                                      <p:cBhvr>
                                        <p:cTn id="10" dur="1" fill="hold">
                                          <p:stCondLst>
                                            <p:cond delay="0"/>
                                          </p:stCondLst>
                                        </p:cTn>
                                        <p:tgtEl>
                                          <p:spTgt spid="188"/>
                                        </p:tgtEl>
                                        <p:attrNameLst>
                                          <p:attrName>style.visibility</p:attrName>
                                        </p:attrNameLst>
                                      </p:cBhvr>
                                      <p:to>
                                        <p:strVal val="visible"/>
                                      </p:to>
                                    </p:set>
                                    <p:anim calcmode="lin" valueType="num">
                                      <p:cBhvr additive="base">
                                        <p:cTn id="11" dur="250"/>
                                        <p:tgtEl>
                                          <p:spTgt spid="188"/>
                                        </p:tgtEl>
                                        <p:attrNameLst>
                                          <p:attrName>ppt_y</p:attrName>
                                        </p:attrNameLst>
                                      </p:cBhvr>
                                      <p:tavLst>
                                        <p:tav tm="0">
                                          <p:val>
                                            <p:strVal val="#ppt_y-1"/>
                                          </p:val>
                                        </p:tav>
                                        <p:tav tm="100000">
                                          <p:val>
                                            <p:strVal val="#ppt_y"/>
                                          </p:val>
                                        </p:tav>
                                      </p:tavLst>
                                    </p:anim>
                                  </p:childTnLst>
                                </p:cTn>
                              </p:par>
                            </p:childTnLst>
                          </p:cTn>
                        </p:par>
                        <p:par>
                          <p:cTn id="12" fill="hold">
                            <p:stCondLst>
                              <p:cond delay="500"/>
                            </p:stCondLst>
                            <p:childTnLst>
                              <p:par>
                                <p:cTn id="13" presetID="2" presetClass="entr" presetSubtype="1" fill="hold" nodeType="afterEffect">
                                  <p:stCondLst>
                                    <p:cond delay="0"/>
                                  </p:stCondLst>
                                  <p:childTnLst>
                                    <p:set>
                                      <p:cBhvr>
                                        <p:cTn id="14" dur="1" fill="hold">
                                          <p:stCondLst>
                                            <p:cond delay="0"/>
                                          </p:stCondLst>
                                        </p:cTn>
                                        <p:tgtEl>
                                          <p:spTgt spid="248"/>
                                        </p:tgtEl>
                                        <p:attrNameLst>
                                          <p:attrName>style.visibility</p:attrName>
                                        </p:attrNameLst>
                                      </p:cBhvr>
                                      <p:to>
                                        <p:strVal val="visible"/>
                                      </p:to>
                                    </p:set>
                                    <p:anim calcmode="lin" valueType="num">
                                      <p:cBhvr additive="base">
                                        <p:cTn id="15" dur="250"/>
                                        <p:tgtEl>
                                          <p:spTgt spid="248"/>
                                        </p:tgtEl>
                                        <p:attrNameLst>
                                          <p:attrName>ppt_y</p:attrName>
                                        </p:attrNameLst>
                                      </p:cBhvr>
                                      <p:tavLst>
                                        <p:tav tm="0">
                                          <p:val>
                                            <p:strVal val="#ppt_y-1"/>
                                          </p:val>
                                        </p:tav>
                                        <p:tav tm="100000">
                                          <p:val>
                                            <p:strVal val="#ppt_y"/>
                                          </p:val>
                                        </p:tav>
                                      </p:tavLst>
                                    </p:anim>
                                  </p:childTnLst>
                                </p:cTn>
                              </p:par>
                            </p:childTnLst>
                          </p:cTn>
                        </p:par>
                        <p:par>
                          <p:cTn id="16" fill="hold">
                            <p:stCondLst>
                              <p:cond delay="750"/>
                            </p:stCondLst>
                            <p:childTnLst>
                              <p:par>
                                <p:cTn id="17" presetID="2" presetClass="entr" presetSubtype="1" fill="hold" nodeType="afterEffect">
                                  <p:stCondLst>
                                    <p:cond delay="0"/>
                                  </p:stCondLst>
                                  <p:childTnLst>
                                    <p:set>
                                      <p:cBhvr>
                                        <p:cTn id="18" dur="1" fill="hold">
                                          <p:stCondLst>
                                            <p:cond delay="0"/>
                                          </p:stCondLst>
                                        </p:cTn>
                                        <p:tgtEl>
                                          <p:spTgt spid="308"/>
                                        </p:tgtEl>
                                        <p:attrNameLst>
                                          <p:attrName>style.visibility</p:attrName>
                                        </p:attrNameLst>
                                      </p:cBhvr>
                                      <p:to>
                                        <p:strVal val="visible"/>
                                      </p:to>
                                    </p:set>
                                    <p:anim calcmode="lin" valueType="num">
                                      <p:cBhvr additive="base">
                                        <p:cTn id="19" dur="250"/>
                                        <p:tgtEl>
                                          <p:spTgt spid="308"/>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1" fill="hold" nodeType="afterEffect">
                                  <p:stCondLst>
                                    <p:cond delay="0"/>
                                  </p:stCondLst>
                                  <p:childTnLst>
                                    <p:set>
                                      <p:cBhvr>
                                        <p:cTn id="22" dur="1" fill="hold">
                                          <p:stCondLst>
                                            <p:cond delay="0"/>
                                          </p:stCondLst>
                                        </p:cTn>
                                        <p:tgtEl>
                                          <p:spTgt spid="370"/>
                                        </p:tgtEl>
                                        <p:attrNameLst>
                                          <p:attrName>style.visibility</p:attrName>
                                        </p:attrNameLst>
                                      </p:cBhvr>
                                      <p:to>
                                        <p:strVal val="visible"/>
                                      </p:to>
                                    </p:set>
                                    <p:anim calcmode="lin" valueType="num">
                                      <p:cBhvr additive="base">
                                        <p:cTn id="23" dur="250"/>
                                        <p:tgtEl>
                                          <p:spTgt spid="3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17"/>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Wait, Pizza?</a:t>
            </a:r>
            <a:endParaRPr/>
          </a:p>
        </p:txBody>
      </p:sp>
      <p:sp>
        <p:nvSpPr>
          <p:cNvPr id="435" name="Google Shape;435;p17"/>
          <p:cNvSpPr txBox="1"/>
          <p:nvPr/>
        </p:nvSpPr>
        <p:spPr>
          <a:xfrm>
            <a:off x="5604772" y="1901227"/>
            <a:ext cx="5530990" cy="383866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600">
                <a:solidFill>
                  <a:srgbClr val="888888"/>
                </a:solidFill>
                <a:latin typeface="Calibri"/>
                <a:ea typeface="Calibri"/>
                <a:cs typeface="Calibri"/>
                <a:sym typeface="Calibri"/>
              </a:rPr>
              <a:t>Imagine you run a pizzeria</a:t>
            </a:r>
            <a:endParaRPr/>
          </a:p>
          <a:p>
            <a:pPr marL="0" marR="0" lvl="0" indent="0" algn="l" rtl="0">
              <a:spcBef>
                <a:spcPts val="0"/>
              </a:spcBef>
              <a:spcAft>
                <a:spcPts val="0"/>
              </a:spcAft>
              <a:buNone/>
            </a:pPr>
            <a:r>
              <a:rPr lang="en-US" sz="3600">
                <a:solidFill>
                  <a:srgbClr val="888888"/>
                </a:solidFill>
                <a:latin typeface="Calibri"/>
                <a:ea typeface="Calibri"/>
                <a:cs typeface="Calibri"/>
                <a:sym typeface="Calibri"/>
              </a:rPr>
              <a:t>What happens when a customer orders a pizza?</a:t>
            </a:r>
            <a:endParaRPr/>
          </a:p>
          <a:p>
            <a:pPr marL="0" marR="0" lvl="0" indent="0" algn="l" rtl="0">
              <a:spcBef>
                <a:spcPts val="0"/>
              </a:spcBef>
              <a:spcAft>
                <a:spcPts val="0"/>
              </a:spcAft>
              <a:buNone/>
            </a:pPr>
            <a:r>
              <a:rPr lang="en-US" sz="3600">
                <a:solidFill>
                  <a:srgbClr val="888888"/>
                </a:solidFill>
                <a:latin typeface="Calibri"/>
                <a:ea typeface="Calibri"/>
                <a:cs typeface="Calibri"/>
                <a:sym typeface="Calibri"/>
              </a:rPr>
              <a:t>How do you communicate the status of the pizza to your customer?</a:t>
            </a:r>
            <a:endParaRPr sz="3600">
              <a:solidFill>
                <a:srgbClr val="888888"/>
              </a:solidFill>
              <a:latin typeface="Calibri"/>
              <a:ea typeface="Calibri"/>
              <a:cs typeface="Calibri"/>
              <a:sym typeface="Calibri"/>
            </a:endParaRPr>
          </a:p>
        </p:txBody>
      </p:sp>
      <p:grpSp>
        <p:nvGrpSpPr>
          <p:cNvPr id="436" name="Google Shape;436;p17"/>
          <p:cNvGrpSpPr/>
          <p:nvPr/>
        </p:nvGrpSpPr>
        <p:grpSpPr>
          <a:xfrm>
            <a:off x="493139" y="1687495"/>
            <a:ext cx="4833184" cy="4426824"/>
            <a:chOff x="2901073" y="1621694"/>
            <a:chExt cx="4833184" cy="4426824"/>
          </a:xfrm>
        </p:grpSpPr>
        <p:sp>
          <p:nvSpPr>
            <p:cNvPr id="437" name="Google Shape;437;p1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1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39" name="Google Shape;439;p17"/>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17"/>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17"/>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17"/>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17"/>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17"/>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17"/>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6" name="Google Shape;446;p17"/>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7" name="Google Shape;447;p17"/>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8" name="Google Shape;448;p17"/>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17"/>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0" name="Google Shape;450;p17"/>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17"/>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17"/>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 name="Google Shape;453;p17"/>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4" name="Google Shape;454;p17"/>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17"/>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17"/>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57" name="Google Shape;457;p17"/>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58" name="Google Shape;458;p17"/>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17"/>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0" name="Google Shape;460;p17"/>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1" name="Google Shape;461;p17"/>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17"/>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3" name="Google Shape;463;p17"/>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4" name="Google Shape;464;p17"/>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5" name="Google Shape;465;p17"/>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6" name="Google Shape;466;p17"/>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7" name="Google Shape;467;p17"/>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8" name="Google Shape;468;p17"/>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17"/>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70" name="Google Shape;470;p17"/>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p17"/>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17"/>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17"/>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17"/>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17"/>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6" name="Google Shape;476;p17"/>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17"/>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17"/>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17"/>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0" name="Google Shape;480;p17"/>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1" name="Google Shape;481;p17"/>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17"/>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3" name="Google Shape;483;p17"/>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17"/>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5" name="Google Shape;485;p17"/>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17"/>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17"/>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8" name="Google Shape;488;p17"/>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17"/>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0" name="Google Shape;490;p17"/>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17"/>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2" name="Google Shape;492;p17"/>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3" name="Google Shape;493;p17"/>
          <p:cNvSpPr/>
          <p:nvPr/>
        </p:nvSpPr>
        <p:spPr>
          <a:xfrm rot="5400000">
            <a:off x="3703798" y="3633263"/>
            <a:ext cx="3777481" cy="223764"/>
          </a:xfrm>
          <a:custGeom>
            <a:avLst/>
            <a:gdLst/>
            <a:ahLst/>
            <a:cxnLst/>
            <a:rect l="l" t="t" r="r" b="b"/>
            <a:pathLst>
              <a:path w="8652" h="466" extrusionOk="0">
                <a:moveTo>
                  <a:pt x="8652" y="378"/>
                </a:moveTo>
                <a:lnTo>
                  <a:pt x="8652" y="378"/>
                </a:lnTo>
                <a:lnTo>
                  <a:pt x="0" y="378"/>
                </a:lnTo>
                <a:lnTo>
                  <a:pt x="0" y="0"/>
                </a:lnTo>
                <a:lnTo>
                  <a:pt x="0" y="466"/>
                </a:lnTo>
                <a:lnTo>
                  <a:pt x="8652" y="466"/>
                </a:lnTo>
                <a:lnTo>
                  <a:pt x="8652" y="0"/>
                </a:lnTo>
                <a:lnTo>
                  <a:pt x="8652" y="378"/>
                </a:lnTo>
                <a:lnTo>
                  <a:pt x="8652" y="378"/>
                </a:lnTo>
                <a:close/>
              </a:path>
            </a:pathLst>
          </a:custGeom>
          <a:solidFill>
            <a:schemeClr val="dk2"/>
          </a:solidFill>
          <a:ln w="9525" cap="rnd"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4"/>
                                        </p:tgtEl>
                                        <p:attrNameLst>
                                          <p:attrName>style.visibility</p:attrName>
                                        </p:attrNameLst>
                                      </p:cBhvr>
                                      <p:to>
                                        <p:strVal val="visible"/>
                                      </p:to>
                                    </p:set>
                                    <p:animEffect transition="in" filter="fade">
                                      <p:cBhvr>
                                        <p:cTn id="7" dur="250"/>
                                        <p:tgtEl>
                                          <p:spTgt spid="43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436"/>
                                        </p:tgtEl>
                                        <p:attrNameLst>
                                          <p:attrName>style.visibility</p:attrName>
                                        </p:attrNameLst>
                                      </p:cBhvr>
                                      <p:to>
                                        <p:strVal val="visible"/>
                                      </p:to>
                                    </p:set>
                                    <p:anim calcmode="lin" valueType="num">
                                      <p:cBhvr additive="base">
                                        <p:cTn id="12" dur="500"/>
                                        <p:tgtEl>
                                          <p:spTgt spid="436"/>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435"/>
                                        </p:tgtEl>
                                        <p:attrNameLst>
                                          <p:attrName>style.visibility</p:attrName>
                                        </p:attrNameLst>
                                      </p:cBhvr>
                                      <p:to>
                                        <p:strVal val="visible"/>
                                      </p:to>
                                    </p:set>
                                    <p:anim calcmode="lin" valueType="num">
                                      <p:cBhvr additive="base">
                                        <p:cTn id="16" dur="700"/>
                                        <p:tgtEl>
                                          <p:spTgt spid="435"/>
                                        </p:tgtEl>
                                        <p:attrNameLst>
                                          <p:attrName>ppt_x</p:attrName>
                                        </p:attrNameLst>
                                      </p:cBhvr>
                                      <p:tavLst>
                                        <p:tav tm="0">
                                          <p:val>
                                            <p:strVal val="#ppt_x+1"/>
                                          </p:val>
                                        </p:tav>
                                        <p:tav tm="100000">
                                          <p:val>
                                            <p:strVal val="#ppt_x"/>
                                          </p:val>
                                        </p:tav>
                                      </p:tavLst>
                                    </p:anim>
                                  </p:childTnLst>
                                </p:cTn>
                              </p:par>
                              <p:par>
                                <p:cTn id="17" presetID="2" presetClass="entr" presetSubtype="1" fill="hold" nodeType="withEffect">
                                  <p:stCondLst>
                                    <p:cond delay="0"/>
                                  </p:stCondLst>
                                  <p:childTnLst>
                                    <p:set>
                                      <p:cBhvr>
                                        <p:cTn id="18" dur="1" fill="hold">
                                          <p:stCondLst>
                                            <p:cond delay="0"/>
                                          </p:stCondLst>
                                        </p:cTn>
                                        <p:tgtEl>
                                          <p:spTgt spid="439"/>
                                        </p:tgtEl>
                                        <p:attrNameLst>
                                          <p:attrName>style.visibility</p:attrName>
                                        </p:attrNameLst>
                                      </p:cBhvr>
                                      <p:to>
                                        <p:strVal val="visible"/>
                                      </p:to>
                                    </p:set>
                                    <p:anim calcmode="lin" valueType="num">
                                      <p:cBhvr additive="base">
                                        <p:cTn id="19" dur="250"/>
                                        <p:tgtEl>
                                          <p:spTgt spid="439"/>
                                        </p:tgtEl>
                                        <p:attrNameLst>
                                          <p:attrName>ppt_y</p:attrName>
                                        </p:attrNameLst>
                                      </p:cBhvr>
                                      <p:tavLst>
                                        <p:tav tm="0">
                                          <p:val>
                                            <p:strVal val="#ppt_y-1"/>
                                          </p:val>
                                        </p:tav>
                                        <p:tav tm="100000">
                                          <p:val>
                                            <p:strVal val="#ppt_y"/>
                                          </p:val>
                                        </p:tav>
                                      </p:tavLst>
                                    </p:anim>
                                  </p:childTnLst>
                                </p:cTn>
                              </p:par>
                            </p:childTnLst>
                          </p:cTn>
                        </p:par>
                        <p:par>
                          <p:cTn id="20" fill="hold">
                            <p:stCondLst>
                              <p:cond delay="1200"/>
                            </p:stCondLst>
                            <p:childTnLst>
                              <p:par>
                                <p:cTn id="21" presetID="2" presetClass="entr" presetSubtype="1" fill="hold" nodeType="afterEffect">
                                  <p:stCondLst>
                                    <p:cond delay="0"/>
                                  </p:stCondLst>
                                  <p:childTnLst>
                                    <p:set>
                                      <p:cBhvr>
                                        <p:cTn id="22" dur="1" fill="hold">
                                          <p:stCondLst>
                                            <p:cond delay="0"/>
                                          </p:stCondLst>
                                        </p:cTn>
                                        <p:tgtEl>
                                          <p:spTgt spid="440"/>
                                        </p:tgtEl>
                                        <p:attrNameLst>
                                          <p:attrName>style.visibility</p:attrName>
                                        </p:attrNameLst>
                                      </p:cBhvr>
                                      <p:to>
                                        <p:strVal val="visible"/>
                                      </p:to>
                                    </p:set>
                                    <p:anim calcmode="lin" valueType="num">
                                      <p:cBhvr additive="base">
                                        <p:cTn id="23" dur="250"/>
                                        <p:tgtEl>
                                          <p:spTgt spid="440"/>
                                        </p:tgtEl>
                                        <p:attrNameLst>
                                          <p:attrName>ppt_y</p:attrName>
                                        </p:attrNameLst>
                                      </p:cBhvr>
                                      <p:tavLst>
                                        <p:tav tm="0">
                                          <p:val>
                                            <p:strVal val="#ppt_y-1"/>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41"/>
                                        </p:tgtEl>
                                        <p:attrNameLst>
                                          <p:attrName>style.visibility</p:attrName>
                                        </p:attrNameLst>
                                      </p:cBhvr>
                                      <p:to>
                                        <p:strVal val="visible"/>
                                      </p:to>
                                    </p:set>
                                    <p:anim calcmode="lin" valueType="num">
                                      <p:cBhvr additive="base">
                                        <p:cTn id="26" dur="250"/>
                                        <p:tgtEl>
                                          <p:spTgt spid="441"/>
                                        </p:tgtEl>
                                        <p:attrNameLst>
                                          <p:attrName>ppt_y</p:attrName>
                                        </p:attrNameLst>
                                      </p:cBhvr>
                                      <p:tavLst>
                                        <p:tav tm="0">
                                          <p:val>
                                            <p:strVal val="#ppt_y-1"/>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442"/>
                                        </p:tgtEl>
                                        <p:attrNameLst>
                                          <p:attrName>style.visibility</p:attrName>
                                        </p:attrNameLst>
                                      </p:cBhvr>
                                      <p:to>
                                        <p:strVal val="visible"/>
                                      </p:to>
                                    </p:set>
                                    <p:anim calcmode="lin" valueType="num">
                                      <p:cBhvr additive="base">
                                        <p:cTn id="29" dur="250"/>
                                        <p:tgtEl>
                                          <p:spTgt spid="442"/>
                                        </p:tgtEl>
                                        <p:attrNameLst>
                                          <p:attrName>ppt_y</p:attrName>
                                        </p:attrNameLst>
                                      </p:cBhvr>
                                      <p:tavLst>
                                        <p:tav tm="0">
                                          <p:val>
                                            <p:strVal val="#ppt_y-1"/>
                                          </p:val>
                                        </p:tav>
                                        <p:tav tm="100000">
                                          <p:val>
                                            <p:strVal val="#ppt_y"/>
                                          </p:val>
                                        </p:tav>
                                      </p:tavLst>
                                    </p:anim>
                                  </p:childTnLst>
                                </p:cTn>
                              </p:par>
                              <p:par>
                                <p:cTn id="30" presetID="2" presetClass="entr" presetSubtype="1" fill="hold" nodeType="withEffect">
                                  <p:stCondLst>
                                    <p:cond delay="0"/>
                                  </p:stCondLst>
                                  <p:childTnLst>
                                    <p:set>
                                      <p:cBhvr>
                                        <p:cTn id="31" dur="1" fill="hold">
                                          <p:stCondLst>
                                            <p:cond delay="0"/>
                                          </p:stCondLst>
                                        </p:cTn>
                                        <p:tgtEl>
                                          <p:spTgt spid="443"/>
                                        </p:tgtEl>
                                        <p:attrNameLst>
                                          <p:attrName>style.visibility</p:attrName>
                                        </p:attrNameLst>
                                      </p:cBhvr>
                                      <p:to>
                                        <p:strVal val="visible"/>
                                      </p:to>
                                    </p:set>
                                    <p:anim calcmode="lin" valueType="num">
                                      <p:cBhvr additive="base">
                                        <p:cTn id="32" dur="250"/>
                                        <p:tgtEl>
                                          <p:spTgt spid="443"/>
                                        </p:tgtEl>
                                        <p:attrNameLst>
                                          <p:attrName>ppt_y</p:attrName>
                                        </p:attrNameLst>
                                      </p:cBhvr>
                                      <p:tavLst>
                                        <p:tav tm="0">
                                          <p:val>
                                            <p:strVal val="#ppt_y-1"/>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444"/>
                                        </p:tgtEl>
                                        <p:attrNameLst>
                                          <p:attrName>style.visibility</p:attrName>
                                        </p:attrNameLst>
                                      </p:cBhvr>
                                      <p:to>
                                        <p:strVal val="visible"/>
                                      </p:to>
                                    </p:set>
                                    <p:anim calcmode="lin" valueType="num">
                                      <p:cBhvr additive="base">
                                        <p:cTn id="35" dur="250"/>
                                        <p:tgtEl>
                                          <p:spTgt spid="444"/>
                                        </p:tgtEl>
                                        <p:attrNameLst>
                                          <p:attrName>ppt_y</p:attrName>
                                        </p:attrNameLst>
                                      </p:cBhvr>
                                      <p:tavLst>
                                        <p:tav tm="0">
                                          <p:val>
                                            <p:strVal val="#ppt_y-1"/>
                                          </p:val>
                                        </p:tav>
                                        <p:tav tm="100000">
                                          <p:val>
                                            <p:strVal val="#ppt_y"/>
                                          </p:val>
                                        </p:tav>
                                      </p:tavLst>
                                    </p:anim>
                                  </p:childTnLst>
                                </p:cTn>
                              </p:par>
                              <p:par>
                                <p:cTn id="36" presetID="2" presetClass="entr" presetSubtype="1" fill="hold" nodeType="withEffect">
                                  <p:stCondLst>
                                    <p:cond delay="0"/>
                                  </p:stCondLst>
                                  <p:childTnLst>
                                    <p:set>
                                      <p:cBhvr>
                                        <p:cTn id="37" dur="1" fill="hold">
                                          <p:stCondLst>
                                            <p:cond delay="0"/>
                                          </p:stCondLst>
                                        </p:cTn>
                                        <p:tgtEl>
                                          <p:spTgt spid="445"/>
                                        </p:tgtEl>
                                        <p:attrNameLst>
                                          <p:attrName>style.visibility</p:attrName>
                                        </p:attrNameLst>
                                      </p:cBhvr>
                                      <p:to>
                                        <p:strVal val="visible"/>
                                      </p:to>
                                    </p:set>
                                    <p:anim calcmode="lin" valueType="num">
                                      <p:cBhvr additive="base">
                                        <p:cTn id="38" dur="250"/>
                                        <p:tgtEl>
                                          <p:spTgt spid="445"/>
                                        </p:tgtEl>
                                        <p:attrNameLst>
                                          <p:attrName>ppt_y</p:attrName>
                                        </p:attrNameLst>
                                      </p:cBhvr>
                                      <p:tavLst>
                                        <p:tav tm="0">
                                          <p:val>
                                            <p:strVal val="#ppt_y-1"/>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446"/>
                                        </p:tgtEl>
                                        <p:attrNameLst>
                                          <p:attrName>style.visibility</p:attrName>
                                        </p:attrNameLst>
                                      </p:cBhvr>
                                      <p:to>
                                        <p:strVal val="visible"/>
                                      </p:to>
                                    </p:set>
                                    <p:anim calcmode="lin" valueType="num">
                                      <p:cBhvr additive="base">
                                        <p:cTn id="41" dur="250"/>
                                        <p:tgtEl>
                                          <p:spTgt spid="446"/>
                                        </p:tgtEl>
                                        <p:attrNameLst>
                                          <p:attrName>ppt_y</p:attrName>
                                        </p:attrNameLst>
                                      </p:cBhvr>
                                      <p:tavLst>
                                        <p:tav tm="0">
                                          <p:val>
                                            <p:strVal val="#ppt_y-1"/>
                                          </p:val>
                                        </p:tav>
                                        <p:tav tm="100000">
                                          <p:val>
                                            <p:strVal val="#ppt_y"/>
                                          </p:val>
                                        </p:tav>
                                      </p:tavLst>
                                    </p:anim>
                                  </p:childTnLst>
                                </p:cTn>
                              </p:par>
                              <p:par>
                                <p:cTn id="42" presetID="2" presetClass="entr" presetSubtype="1" fill="hold" nodeType="withEffect">
                                  <p:stCondLst>
                                    <p:cond delay="0"/>
                                  </p:stCondLst>
                                  <p:childTnLst>
                                    <p:set>
                                      <p:cBhvr>
                                        <p:cTn id="43" dur="1" fill="hold">
                                          <p:stCondLst>
                                            <p:cond delay="0"/>
                                          </p:stCondLst>
                                        </p:cTn>
                                        <p:tgtEl>
                                          <p:spTgt spid="447"/>
                                        </p:tgtEl>
                                        <p:attrNameLst>
                                          <p:attrName>style.visibility</p:attrName>
                                        </p:attrNameLst>
                                      </p:cBhvr>
                                      <p:to>
                                        <p:strVal val="visible"/>
                                      </p:to>
                                    </p:set>
                                    <p:anim calcmode="lin" valueType="num">
                                      <p:cBhvr additive="base">
                                        <p:cTn id="44" dur="250"/>
                                        <p:tgtEl>
                                          <p:spTgt spid="447"/>
                                        </p:tgtEl>
                                        <p:attrNameLst>
                                          <p:attrName>ppt_y</p:attrName>
                                        </p:attrNameLst>
                                      </p:cBhvr>
                                      <p:tavLst>
                                        <p:tav tm="0">
                                          <p:val>
                                            <p:strVal val="#ppt_y-1"/>
                                          </p:val>
                                        </p:tav>
                                        <p:tav tm="100000">
                                          <p:val>
                                            <p:strVal val="#ppt_y"/>
                                          </p:val>
                                        </p:tav>
                                      </p:tavLst>
                                    </p:anim>
                                  </p:childTnLst>
                                </p:cTn>
                              </p:par>
                            </p:childTnLst>
                          </p:cTn>
                        </p:par>
                        <p:par>
                          <p:cTn id="45" fill="hold">
                            <p:stCondLst>
                              <p:cond delay="1450"/>
                            </p:stCondLst>
                            <p:childTnLst>
                              <p:par>
                                <p:cTn id="46" presetID="2" presetClass="entr" presetSubtype="1" fill="hold" nodeType="afterEffect">
                                  <p:stCondLst>
                                    <p:cond delay="0"/>
                                  </p:stCondLst>
                                  <p:childTnLst>
                                    <p:set>
                                      <p:cBhvr>
                                        <p:cTn id="47" dur="1" fill="hold">
                                          <p:stCondLst>
                                            <p:cond delay="0"/>
                                          </p:stCondLst>
                                        </p:cTn>
                                        <p:tgtEl>
                                          <p:spTgt spid="448"/>
                                        </p:tgtEl>
                                        <p:attrNameLst>
                                          <p:attrName>style.visibility</p:attrName>
                                        </p:attrNameLst>
                                      </p:cBhvr>
                                      <p:to>
                                        <p:strVal val="visible"/>
                                      </p:to>
                                    </p:set>
                                    <p:anim calcmode="lin" valueType="num">
                                      <p:cBhvr additive="base">
                                        <p:cTn id="48" dur="250"/>
                                        <p:tgtEl>
                                          <p:spTgt spid="448"/>
                                        </p:tgtEl>
                                        <p:attrNameLst>
                                          <p:attrName>ppt_y</p:attrName>
                                        </p:attrNameLst>
                                      </p:cBhvr>
                                      <p:tavLst>
                                        <p:tav tm="0">
                                          <p:val>
                                            <p:strVal val="#ppt_y-1"/>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449"/>
                                        </p:tgtEl>
                                        <p:attrNameLst>
                                          <p:attrName>style.visibility</p:attrName>
                                        </p:attrNameLst>
                                      </p:cBhvr>
                                      <p:to>
                                        <p:strVal val="visible"/>
                                      </p:to>
                                    </p:set>
                                    <p:anim calcmode="lin" valueType="num">
                                      <p:cBhvr additive="base">
                                        <p:cTn id="51" dur="250"/>
                                        <p:tgtEl>
                                          <p:spTgt spid="449"/>
                                        </p:tgtEl>
                                        <p:attrNameLst>
                                          <p:attrName>ppt_y</p:attrName>
                                        </p:attrNameLst>
                                      </p:cBhvr>
                                      <p:tavLst>
                                        <p:tav tm="0">
                                          <p:val>
                                            <p:strVal val="#ppt_y-1"/>
                                          </p:val>
                                        </p:tav>
                                        <p:tav tm="100000">
                                          <p:val>
                                            <p:strVal val="#ppt_y"/>
                                          </p:val>
                                        </p:tav>
                                      </p:tavLst>
                                    </p:anim>
                                  </p:childTnLst>
                                </p:cTn>
                              </p:par>
                            </p:childTnLst>
                          </p:cTn>
                        </p:par>
                        <p:par>
                          <p:cTn id="52" fill="hold">
                            <p:stCondLst>
                              <p:cond delay="1700"/>
                            </p:stCondLst>
                            <p:childTnLst>
                              <p:par>
                                <p:cTn id="53" presetID="2" presetClass="entr" presetSubtype="1" fill="hold" nodeType="afterEffect">
                                  <p:stCondLst>
                                    <p:cond delay="0"/>
                                  </p:stCondLst>
                                  <p:childTnLst>
                                    <p:set>
                                      <p:cBhvr>
                                        <p:cTn id="54" dur="1" fill="hold">
                                          <p:stCondLst>
                                            <p:cond delay="0"/>
                                          </p:stCondLst>
                                        </p:cTn>
                                        <p:tgtEl>
                                          <p:spTgt spid="450"/>
                                        </p:tgtEl>
                                        <p:attrNameLst>
                                          <p:attrName>style.visibility</p:attrName>
                                        </p:attrNameLst>
                                      </p:cBhvr>
                                      <p:to>
                                        <p:strVal val="visible"/>
                                      </p:to>
                                    </p:set>
                                    <p:anim calcmode="lin" valueType="num">
                                      <p:cBhvr additive="base">
                                        <p:cTn id="55" dur="250"/>
                                        <p:tgtEl>
                                          <p:spTgt spid="450"/>
                                        </p:tgtEl>
                                        <p:attrNameLst>
                                          <p:attrName>ppt_y</p:attrName>
                                        </p:attrNameLst>
                                      </p:cBhvr>
                                      <p:tavLst>
                                        <p:tav tm="0">
                                          <p:val>
                                            <p:strVal val="#ppt_y-1"/>
                                          </p:val>
                                        </p:tav>
                                        <p:tav tm="100000">
                                          <p:val>
                                            <p:strVal val="#ppt_y"/>
                                          </p:val>
                                        </p:tav>
                                      </p:tavLst>
                                    </p:anim>
                                  </p:childTnLst>
                                </p:cTn>
                              </p:par>
                              <p:par>
                                <p:cTn id="56" presetID="2" presetClass="entr" presetSubtype="1" fill="hold" nodeType="withEffect">
                                  <p:stCondLst>
                                    <p:cond delay="0"/>
                                  </p:stCondLst>
                                  <p:childTnLst>
                                    <p:set>
                                      <p:cBhvr>
                                        <p:cTn id="57" dur="1" fill="hold">
                                          <p:stCondLst>
                                            <p:cond delay="0"/>
                                          </p:stCondLst>
                                        </p:cTn>
                                        <p:tgtEl>
                                          <p:spTgt spid="451"/>
                                        </p:tgtEl>
                                        <p:attrNameLst>
                                          <p:attrName>style.visibility</p:attrName>
                                        </p:attrNameLst>
                                      </p:cBhvr>
                                      <p:to>
                                        <p:strVal val="visible"/>
                                      </p:to>
                                    </p:set>
                                    <p:anim calcmode="lin" valueType="num">
                                      <p:cBhvr additive="base">
                                        <p:cTn id="58" dur="250"/>
                                        <p:tgtEl>
                                          <p:spTgt spid="451"/>
                                        </p:tgtEl>
                                        <p:attrNameLst>
                                          <p:attrName>ppt_y</p:attrName>
                                        </p:attrNameLst>
                                      </p:cBhvr>
                                      <p:tavLst>
                                        <p:tav tm="0">
                                          <p:val>
                                            <p:strVal val="#ppt_y-1"/>
                                          </p:val>
                                        </p:tav>
                                        <p:tav tm="100000">
                                          <p:val>
                                            <p:strVal val="#ppt_y"/>
                                          </p:val>
                                        </p:tav>
                                      </p:tavLst>
                                    </p:anim>
                                  </p:childTnLst>
                                </p:cTn>
                              </p:par>
                            </p:childTnLst>
                          </p:cTn>
                        </p:par>
                        <p:par>
                          <p:cTn id="59" fill="hold">
                            <p:stCondLst>
                              <p:cond delay="1950"/>
                            </p:stCondLst>
                            <p:childTnLst>
                              <p:par>
                                <p:cTn id="60" presetID="2" presetClass="entr" presetSubtype="1" fill="hold" nodeType="afterEffect">
                                  <p:stCondLst>
                                    <p:cond delay="0"/>
                                  </p:stCondLst>
                                  <p:childTnLst>
                                    <p:set>
                                      <p:cBhvr>
                                        <p:cTn id="61" dur="1" fill="hold">
                                          <p:stCondLst>
                                            <p:cond delay="0"/>
                                          </p:stCondLst>
                                        </p:cTn>
                                        <p:tgtEl>
                                          <p:spTgt spid="452"/>
                                        </p:tgtEl>
                                        <p:attrNameLst>
                                          <p:attrName>style.visibility</p:attrName>
                                        </p:attrNameLst>
                                      </p:cBhvr>
                                      <p:to>
                                        <p:strVal val="visible"/>
                                      </p:to>
                                    </p:set>
                                    <p:anim calcmode="lin" valueType="num">
                                      <p:cBhvr additive="base">
                                        <p:cTn id="62" dur="250"/>
                                        <p:tgtEl>
                                          <p:spTgt spid="452"/>
                                        </p:tgtEl>
                                        <p:attrNameLst>
                                          <p:attrName>ppt_y</p:attrName>
                                        </p:attrNameLst>
                                      </p:cBhvr>
                                      <p:tavLst>
                                        <p:tav tm="0">
                                          <p:val>
                                            <p:strVal val="#ppt_y-1"/>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453"/>
                                        </p:tgtEl>
                                        <p:attrNameLst>
                                          <p:attrName>style.visibility</p:attrName>
                                        </p:attrNameLst>
                                      </p:cBhvr>
                                      <p:to>
                                        <p:strVal val="visible"/>
                                      </p:to>
                                    </p:set>
                                    <p:anim calcmode="lin" valueType="num">
                                      <p:cBhvr additive="base">
                                        <p:cTn id="65" dur="250"/>
                                        <p:tgtEl>
                                          <p:spTgt spid="453"/>
                                        </p:tgtEl>
                                        <p:attrNameLst>
                                          <p:attrName>ppt_y</p:attrName>
                                        </p:attrNameLst>
                                      </p:cBhvr>
                                      <p:tavLst>
                                        <p:tav tm="0">
                                          <p:val>
                                            <p:strVal val="#ppt_y-1"/>
                                          </p:val>
                                        </p:tav>
                                        <p:tav tm="100000">
                                          <p:val>
                                            <p:strVal val="#ppt_y"/>
                                          </p:val>
                                        </p:tav>
                                      </p:tavLst>
                                    </p:anim>
                                  </p:childTnLst>
                                </p:cTn>
                              </p:par>
                            </p:childTnLst>
                          </p:cTn>
                        </p:par>
                        <p:par>
                          <p:cTn id="66" fill="hold">
                            <p:stCondLst>
                              <p:cond delay="2200"/>
                            </p:stCondLst>
                            <p:childTnLst>
                              <p:par>
                                <p:cTn id="67" presetID="2" presetClass="entr" presetSubtype="1" fill="hold" nodeType="afterEffect">
                                  <p:stCondLst>
                                    <p:cond delay="0"/>
                                  </p:stCondLst>
                                  <p:childTnLst>
                                    <p:set>
                                      <p:cBhvr>
                                        <p:cTn id="68" dur="1" fill="hold">
                                          <p:stCondLst>
                                            <p:cond delay="0"/>
                                          </p:stCondLst>
                                        </p:cTn>
                                        <p:tgtEl>
                                          <p:spTgt spid="454"/>
                                        </p:tgtEl>
                                        <p:attrNameLst>
                                          <p:attrName>style.visibility</p:attrName>
                                        </p:attrNameLst>
                                      </p:cBhvr>
                                      <p:to>
                                        <p:strVal val="visible"/>
                                      </p:to>
                                    </p:set>
                                    <p:anim calcmode="lin" valueType="num">
                                      <p:cBhvr additive="base">
                                        <p:cTn id="69" dur="250"/>
                                        <p:tgtEl>
                                          <p:spTgt spid="454"/>
                                        </p:tgtEl>
                                        <p:attrNameLst>
                                          <p:attrName>ppt_y</p:attrName>
                                        </p:attrNameLst>
                                      </p:cBhvr>
                                      <p:tavLst>
                                        <p:tav tm="0">
                                          <p:val>
                                            <p:strVal val="#ppt_y-1"/>
                                          </p:val>
                                        </p:tav>
                                        <p:tav tm="100000">
                                          <p:val>
                                            <p:strVal val="#ppt_y"/>
                                          </p:val>
                                        </p:tav>
                                      </p:tavLst>
                                    </p:anim>
                                  </p:childTnLst>
                                </p:cTn>
                              </p:par>
                              <p:par>
                                <p:cTn id="70" presetID="2" presetClass="entr" presetSubtype="1" fill="hold" nodeType="withEffect">
                                  <p:stCondLst>
                                    <p:cond delay="0"/>
                                  </p:stCondLst>
                                  <p:childTnLst>
                                    <p:set>
                                      <p:cBhvr>
                                        <p:cTn id="71" dur="1" fill="hold">
                                          <p:stCondLst>
                                            <p:cond delay="0"/>
                                          </p:stCondLst>
                                        </p:cTn>
                                        <p:tgtEl>
                                          <p:spTgt spid="455"/>
                                        </p:tgtEl>
                                        <p:attrNameLst>
                                          <p:attrName>style.visibility</p:attrName>
                                        </p:attrNameLst>
                                      </p:cBhvr>
                                      <p:to>
                                        <p:strVal val="visible"/>
                                      </p:to>
                                    </p:set>
                                    <p:anim calcmode="lin" valueType="num">
                                      <p:cBhvr additive="base">
                                        <p:cTn id="72" dur="250"/>
                                        <p:tgtEl>
                                          <p:spTgt spid="455"/>
                                        </p:tgtEl>
                                        <p:attrNameLst>
                                          <p:attrName>ppt_y</p:attrName>
                                        </p:attrNameLst>
                                      </p:cBhvr>
                                      <p:tavLst>
                                        <p:tav tm="0">
                                          <p:val>
                                            <p:strVal val="#ppt_y-1"/>
                                          </p:val>
                                        </p:tav>
                                        <p:tav tm="100000">
                                          <p:val>
                                            <p:strVal val="#ppt_y"/>
                                          </p:val>
                                        </p:tav>
                                      </p:tavLst>
                                    </p:anim>
                                  </p:childTnLst>
                                </p:cTn>
                              </p:par>
                            </p:childTnLst>
                          </p:cTn>
                        </p:par>
                        <p:par>
                          <p:cTn id="73" fill="hold">
                            <p:stCondLst>
                              <p:cond delay="2450"/>
                            </p:stCondLst>
                            <p:childTnLst>
                              <p:par>
                                <p:cTn id="74" presetID="2" presetClass="entr" presetSubtype="1" fill="hold" nodeType="afterEffect">
                                  <p:stCondLst>
                                    <p:cond delay="0"/>
                                  </p:stCondLst>
                                  <p:childTnLst>
                                    <p:set>
                                      <p:cBhvr>
                                        <p:cTn id="75" dur="1" fill="hold">
                                          <p:stCondLst>
                                            <p:cond delay="0"/>
                                          </p:stCondLst>
                                        </p:cTn>
                                        <p:tgtEl>
                                          <p:spTgt spid="456"/>
                                        </p:tgtEl>
                                        <p:attrNameLst>
                                          <p:attrName>style.visibility</p:attrName>
                                        </p:attrNameLst>
                                      </p:cBhvr>
                                      <p:to>
                                        <p:strVal val="visible"/>
                                      </p:to>
                                    </p:set>
                                    <p:anim calcmode="lin" valueType="num">
                                      <p:cBhvr additive="base">
                                        <p:cTn id="76" dur="250"/>
                                        <p:tgtEl>
                                          <p:spTgt spid="456"/>
                                        </p:tgtEl>
                                        <p:attrNameLst>
                                          <p:attrName>ppt_y</p:attrName>
                                        </p:attrNameLst>
                                      </p:cBhvr>
                                      <p:tavLst>
                                        <p:tav tm="0">
                                          <p:val>
                                            <p:strVal val="#ppt_y-1"/>
                                          </p:val>
                                        </p:tav>
                                        <p:tav tm="100000">
                                          <p:val>
                                            <p:strVal val="#ppt_y"/>
                                          </p:val>
                                        </p:tav>
                                      </p:tavLst>
                                    </p:anim>
                                  </p:childTnLst>
                                </p:cTn>
                              </p:par>
                              <p:par>
                                <p:cTn id="77" presetID="2" presetClass="entr" presetSubtype="1" fill="hold" nodeType="withEffect">
                                  <p:stCondLst>
                                    <p:cond delay="0"/>
                                  </p:stCondLst>
                                  <p:childTnLst>
                                    <p:set>
                                      <p:cBhvr>
                                        <p:cTn id="78" dur="1" fill="hold">
                                          <p:stCondLst>
                                            <p:cond delay="0"/>
                                          </p:stCondLst>
                                        </p:cTn>
                                        <p:tgtEl>
                                          <p:spTgt spid="457"/>
                                        </p:tgtEl>
                                        <p:attrNameLst>
                                          <p:attrName>style.visibility</p:attrName>
                                        </p:attrNameLst>
                                      </p:cBhvr>
                                      <p:to>
                                        <p:strVal val="visible"/>
                                      </p:to>
                                    </p:set>
                                    <p:anim calcmode="lin" valueType="num">
                                      <p:cBhvr additive="base">
                                        <p:cTn id="79" dur="250"/>
                                        <p:tgtEl>
                                          <p:spTgt spid="457"/>
                                        </p:tgtEl>
                                        <p:attrNameLst>
                                          <p:attrName>ppt_y</p:attrName>
                                        </p:attrNameLst>
                                      </p:cBhvr>
                                      <p:tavLst>
                                        <p:tav tm="0">
                                          <p:val>
                                            <p:strVal val="#ppt_y-1"/>
                                          </p:val>
                                        </p:tav>
                                        <p:tav tm="100000">
                                          <p:val>
                                            <p:strVal val="#ppt_y"/>
                                          </p:val>
                                        </p:tav>
                                      </p:tavLst>
                                    </p:anim>
                                  </p:childTnLst>
                                </p:cTn>
                              </p:par>
                            </p:childTnLst>
                          </p:cTn>
                        </p:par>
                        <p:par>
                          <p:cTn id="80" fill="hold">
                            <p:stCondLst>
                              <p:cond delay="2700"/>
                            </p:stCondLst>
                            <p:childTnLst>
                              <p:par>
                                <p:cTn id="81" presetID="2" presetClass="entr" presetSubtype="1" fill="hold" nodeType="afterEffect">
                                  <p:stCondLst>
                                    <p:cond delay="0"/>
                                  </p:stCondLst>
                                  <p:childTnLst>
                                    <p:set>
                                      <p:cBhvr>
                                        <p:cTn id="82" dur="1" fill="hold">
                                          <p:stCondLst>
                                            <p:cond delay="0"/>
                                          </p:stCondLst>
                                        </p:cTn>
                                        <p:tgtEl>
                                          <p:spTgt spid="458"/>
                                        </p:tgtEl>
                                        <p:attrNameLst>
                                          <p:attrName>style.visibility</p:attrName>
                                        </p:attrNameLst>
                                      </p:cBhvr>
                                      <p:to>
                                        <p:strVal val="visible"/>
                                      </p:to>
                                    </p:set>
                                    <p:anim calcmode="lin" valueType="num">
                                      <p:cBhvr additive="base">
                                        <p:cTn id="83" dur="250"/>
                                        <p:tgtEl>
                                          <p:spTgt spid="458"/>
                                        </p:tgtEl>
                                        <p:attrNameLst>
                                          <p:attrName>ppt_y</p:attrName>
                                        </p:attrNameLst>
                                      </p:cBhvr>
                                      <p:tavLst>
                                        <p:tav tm="0">
                                          <p:val>
                                            <p:strVal val="#ppt_y-1"/>
                                          </p:val>
                                        </p:tav>
                                        <p:tav tm="100000">
                                          <p:val>
                                            <p:strVal val="#ppt_y"/>
                                          </p:val>
                                        </p:tav>
                                      </p:tavLst>
                                    </p:anim>
                                  </p:childTnLst>
                                </p:cTn>
                              </p:par>
                              <p:par>
                                <p:cTn id="84" presetID="2" presetClass="entr" presetSubtype="1" fill="hold" nodeType="withEffect">
                                  <p:stCondLst>
                                    <p:cond delay="0"/>
                                  </p:stCondLst>
                                  <p:childTnLst>
                                    <p:set>
                                      <p:cBhvr>
                                        <p:cTn id="85" dur="1" fill="hold">
                                          <p:stCondLst>
                                            <p:cond delay="0"/>
                                          </p:stCondLst>
                                        </p:cTn>
                                        <p:tgtEl>
                                          <p:spTgt spid="459"/>
                                        </p:tgtEl>
                                        <p:attrNameLst>
                                          <p:attrName>style.visibility</p:attrName>
                                        </p:attrNameLst>
                                      </p:cBhvr>
                                      <p:to>
                                        <p:strVal val="visible"/>
                                      </p:to>
                                    </p:set>
                                    <p:anim calcmode="lin" valueType="num">
                                      <p:cBhvr additive="base">
                                        <p:cTn id="86" dur="250"/>
                                        <p:tgtEl>
                                          <p:spTgt spid="459"/>
                                        </p:tgtEl>
                                        <p:attrNameLst>
                                          <p:attrName>ppt_y</p:attrName>
                                        </p:attrNameLst>
                                      </p:cBhvr>
                                      <p:tavLst>
                                        <p:tav tm="0">
                                          <p:val>
                                            <p:strVal val="#ppt_y-1"/>
                                          </p:val>
                                        </p:tav>
                                        <p:tav tm="100000">
                                          <p:val>
                                            <p:strVal val="#ppt_y"/>
                                          </p:val>
                                        </p:tav>
                                      </p:tavLst>
                                    </p:anim>
                                  </p:childTnLst>
                                </p:cTn>
                              </p:par>
                            </p:childTnLst>
                          </p:cTn>
                        </p:par>
                        <p:par>
                          <p:cTn id="87" fill="hold">
                            <p:stCondLst>
                              <p:cond delay="2950"/>
                            </p:stCondLst>
                            <p:childTnLst>
                              <p:par>
                                <p:cTn id="88" presetID="2" presetClass="entr" presetSubtype="1" fill="hold" nodeType="afterEffect">
                                  <p:stCondLst>
                                    <p:cond delay="0"/>
                                  </p:stCondLst>
                                  <p:childTnLst>
                                    <p:set>
                                      <p:cBhvr>
                                        <p:cTn id="89" dur="1" fill="hold">
                                          <p:stCondLst>
                                            <p:cond delay="0"/>
                                          </p:stCondLst>
                                        </p:cTn>
                                        <p:tgtEl>
                                          <p:spTgt spid="460"/>
                                        </p:tgtEl>
                                        <p:attrNameLst>
                                          <p:attrName>style.visibility</p:attrName>
                                        </p:attrNameLst>
                                      </p:cBhvr>
                                      <p:to>
                                        <p:strVal val="visible"/>
                                      </p:to>
                                    </p:set>
                                    <p:anim calcmode="lin" valueType="num">
                                      <p:cBhvr additive="base">
                                        <p:cTn id="90" dur="250"/>
                                        <p:tgtEl>
                                          <p:spTgt spid="460"/>
                                        </p:tgtEl>
                                        <p:attrNameLst>
                                          <p:attrName>ppt_y</p:attrName>
                                        </p:attrNameLst>
                                      </p:cBhvr>
                                      <p:tavLst>
                                        <p:tav tm="0">
                                          <p:val>
                                            <p:strVal val="#ppt_y-1"/>
                                          </p:val>
                                        </p:tav>
                                        <p:tav tm="100000">
                                          <p:val>
                                            <p:strVal val="#ppt_y"/>
                                          </p:val>
                                        </p:tav>
                                      </p:tavLst>
                                    </p:anim>
                                  </p:childTnLst>
                                </p:cTn>
                              </p:par>
                              <p:par>
                                <p:cTn id="91" presetID="2" presetClass="entr" presetSubtype="1" fill="hold" nodeType="withEffect">
                                  <p:stCondLst>
                                    <p:cond delay="0"/>
                                  </p:stCondLst>
                                  <p:childTnLst>
                                    <p:set>
                                      <p:cBhvr>
                                        <p:cTn id="92" dur="1" fill="hold">
                                          <p:stCondLst>
                                            <p:cond delay="0"/>
                                          </p:stCondLst>
                                        </p:cTn>
                                        <p:tgtEl>
                                          <p:spTgt spid="461"/>
                                        </p:tgtEl>
                                        <p:attrNameLst>
                                          <p:attrName>style.visibility</p:attrName>
                                        </p:attrNameLst>
                                      </p:cBhvr>
                                      <p:to>
                                        <p:strVal val="visible"/>
                                      </p:to>
                                    </p:set>
                                    <p:anim calcmode="lin" valueType="num">
                                      <p:cBhvr additive="base">
                                        <p:cTn id="93" dur="250"/>
                                        <p:tgtEl>
                                          <p:spTgt spid="461"/>
                                        </p:tgtEl>
                                        <p:attrNameLst>
                                          <p:attrName>ppt_y</p:attrName>
                                        </p:attrNameLst>
                                      </p:cBhvr>
                                      <p:tavLst>
                                        <p:tav tm="0">
                                          <p:val>
                                            <p:strVal val="#ppt_y-1"/>
                                          </p:val>
                                        </p:tav>
                                        <p:tav tm="100000">
                                          <p:val>
                                            <p:strVal val="#ppt_y"/>
                                          </p:val>
                                        </p:tav>
                                      </p:tavLst>
                                    </p:anim>
                                  </p:childTnLst>
                                </p:cTn>
                              </p:par>
                            </p:childTnLst>
                          </p:cTn>
                        </p:par>
                        <p:par>
                          <p:cTn id="94" fill="hold">
                            <p:stCondLst>
                              <p:cond delay="3200"/>
                            </p:stCondLst>
                            <p:childTnLst>
                              <p:par>
                                <p:cTn id="95" presetID="2" presetClass="entr" presetSubtype="1" fill="hold" nodeType="afterEffect">
                                  <p:stCondLst>
                                    <p:cond delay="0"/>
                                  </p:stCondLst>
                                  <p:childTnLst>
                                    <p:set>
                                      <p:cBhvr>
                                        <p:cTn id="96" dur="1" fill="hold">
                                          <p:stCondLst>
                                            <p:cond delay="0"/>
                                          </p:stCondLst>
                                        </p:cTn>
                                        <p:tgtEl>
                                          <p:spTgt spid="462"/>
                                        </p:tgtEl>
                                        <p:attrNameLst>
                                          <p:attrName>style.visibility</p:attrName>
                                        </p:attrNameLst>
                                      </p:cBhvr>
                                      <p:to>
                                        <p:strVal val="visible"/>
                                      </p:to>
                                    </p:set>
                                    <p:anim calcmode="lin" valueType="num">
                                      <p:cBhvr additive="base">
                                        <p:cTn id="97" dur="250"/>
                                        <p:tgtEl>
                                          <p:spTgt spid="462"/>
                                        </p:tgtEl>
                                        <p:attrNameLst>
                                          <p:attrName>ppt_y</p:attrName>
                                        </p:attrNameLst>
                                      </p:cBhvr>
                                      <p:tavLst>
                                        <p:tav tm="0">
                                          <p:val>
                                            <p:strVal val="#ppt_y-1"/>
                                          </p:val>
                                        </p:tav>
                                        <p:tav tm="100000">
                                          <p:val>
                                            <p:strVal val="#ppt_y"/>
                                          </p:val>
                                        </p:tav>
                                      </p:tavLst>
                                    </p:anim>
                                  </p:childTnLst>
                                </p:cTn>
                              </p:par>
                              <p:par>
                                <p:cTn id="98" presetID="2" presetClass="entr" presetSubtype="1" fill="hold" nodeType="withEffect">
                                  <p:stCondLst>
                                    <p:cond delay="0"/>
                                  </p:stCondLst>
                                  <p:childTnLst>
                                    <p:set>
                                      <p:cBhvr>
                                        <p:cTn id="99" dur="1" fill="hold">
                                          <p:stCondLst>
                                            <p:cond delay="0"/>
                                          </p:stCondLst>
                                        </p:cTn>
                                        <p:tgtEl>
                                          <p:spTgt spid="463"/>
                                        </p:tgtEl>
                                        <p:attrNameLst>
                                          <p:attrName>style.visibility</p:attrName>
                                        </p:attrNameLst>
                                      </p:cBhvr>
                                      <p:to>
                                        <p:strVal val="visible"/>
                                      </p:to>
                                    </p:set>
                                    <p:anim calcmode="lin" valueType="num">
                                      <p:cBhvr additive="base">
                                        <p:cTn id="100" dur="250"/>
                                        <p:tgtEl>
                                          <p:spTgt spid="463"/>
                                        </p:tgtEl>
                                        <p:attrNameLst>
                                          <p:attrName>ppt_y</p:attrName>
                                        </p:attrNameLst>
                                      </p:cBhvr>
                                      <p:tavLst>
                                        <p:tav tm="0">
                                          <p:val>
                                            <p:strVal val="#ppt_y-1"/>
                                          </p:val>
                                        </p:tav>
                                        <p:tav tm="100000">
                                          <p:val>
                                            <p:strVal val="#ppt_y"/>
                                          </p:val>
                                        </p:tav>
                                      </p:tavLst>
                                    </p:anim>
                                  </p:childTnLst>
                                </p:cTn>
                              </p:par>
                            </p:childTnLst>
                          </p:cTn>
                        </p:par>
                        <p:par>
                          <p:cTn id="101" fill="hold">
                            <p:stCondLst>
                              <p:cond delay="3450"/>
                            </p:stCondLst>
                            <p:childTnLst>
                              <p:par>
                                <p:cTn id="102" presetID="2" presetClass="entr" presetSubtype="1" fill="hold" nodeType="afterEffect">
                                  <p:stCondLst>
                                    <p:cond delay="0"/>
                                  </p:stCondLst>
                                  <p:childTnLst>
                                    <p:set>
                                      <p:cBhvr>
                                        <p:cTn id="103" dur="1" fill="hold">
                                          <p:stCondLst>
                                            <p:cond delay="0"/>
                                          </p:stCondLst>
                                        </p:cTn>
                                        <p:tgtEl>
                                          <p:spTgt spid="464"/>
                                        </p:tgtEl>
                                        <p:attrNameLst>
                                          <p:attrName>style.visibility</p:attrName>
                                        </p:attrNameLst>
                                      </p:cBhvr>
                                      <p:to>
                                        <p:strVal val="visible"/>
                                      </p:to>
                                    </p:set>
                                    <p:anim calcmode="lin" valueType="num">
                                      <p:cBhvr additive="base">
                                        <p:cTn id="104" dur="250"/>
                                        <p:tgtEl>
                                          <p:spTgt spid="464"/>
                                        </p:tgtEl>
                                        <p:attrNameLst>
                                          <p:attrName>ppt_y</p:attrName>
                                        </p:attrNameLst>
                                      </p:cBhvr>
                                      <p:tavLst>
                                        <p:tav tm="0">
                                          <p:val>
                                            <p:strVal val="#ppt_y-1"/>
                                          </p:val>
                                        </p:tav>
                                        <p:tav tm="100000">
                                          <p:val>
                                            <p:strVal val="#ppt_y"/>
                                          </p:val>
                                        </p:tav>
                                      </p:tavLst>
                                    </p:anim>
                                  </p:childTnLst>
                                </p:cTn>
                              </p:par>
                              <p:par>
                                <p:cTn id="105" presetID="2" presetClass="entr" presetSubtype="1" fill="hold" nodeType="withEffect">
                                  <p:stCondLst>
                                    <p:cond delay="0"/>
                                  </p:stCondLst>
                                  <p:childTnLst>
                                    <p:set>
                                      <p:cBhvr>
                                        <p:cTn id="106" dur="1" fill="hold">
                                          <p:stCondLst>
                                            <p:cond delay="0"/>
                                          </p:stCondLst>
                                        </p:cTn>
                                        <p:tgtEl>
                                          <p:spTgt spid="465"/>
                                        </p:tgtEl>
                                        <p:attrNameLst>
                                          <p:attrName>style.visibility</p:attrName>
                                        </p:attrNameLst>
                                      </p:cBhvr>
                                      <p:to>
                                        <p:strVal val="visible"/>
                                      </p:to>
                                    </p:set>
                                    <p:anim calcmode="lin" valueType="num">
                                      <p:cBhvr additive="base">
                                        <p:cTn id="107" dur="250"/>
                                        <p:tgtEl>
                                          <p:spTgt spid="465"/>
                                        </p:tgtEl>
                                        <p:attrNameLst>
                                          <p:attrName>ppt_y</p:attrName>
                                        </p:attrNameLst>
                                      </p:cBhvr>
                                      <p:tavLst>
                                        <p:tav tm="0">
                                          <p:val>
                                            <p:strVal val="#ppt_y-1"/>
                                          </p:val>
                                        </p:tav>
                                        <p:tav tm="100000">
                                          <p:val>
                                            <p:strVal val="#ppt_y"/>
                                          </p:val>
                                        </p:tav>
                                      </p:tavLst>
                                    </p:anim>
                                  </p:childTnLst>
                                </p:cTn>
                              </p:par>
                            </p:childTnLst>
                          </p:cTn>
                        </p:par>
                        <p:par>
                          <p:cTn id="108" fill="hold">
                            <p:stCondLst>
                              <p:cond delay="3700"/>
                            </p:stCondLst>
                            <p:childTnLst>
                              <p:par>
                                <p:cTn id="109" presetID="2" presetClass="entr" presetSubtype="1" fill="hold" nodeType="afterEffect">
                                  <p:stCondLst>
                                    <p:cond delay="0"/>
                                  </p:stCondLst>
                                  <p:childTnLst>
                                    <p:set>
                                      <p:cBhvr>
                                        <p:cTn id="110" dur="1" fill="hold">
                                          <p:stCondLst>
                                            <p:cond delay="0"/>
                                          </p:stCondLst>
                                        </p:cTn>
                                        <p:tgtEl>
                                          <p:spTgt spid="466"/>
                                        </p:tgtEl>
                                        <p:attrNameLst>
                                          <p:attrName>style.visibility</p:attrName>
                                        </p:attrNameLst>
                                      </p:cBhvr>
                                      <p:to>
                                        <p:strVal val="visible"/>
                                      </p:to>
                                    </p:set>
                                    <p:anim calcmode="lin" valueType="num">
                                      <p:cBhvr additive="base">
                                        <p:cTn id="111" dur="250"/>
                                        <p:tgtEl>
                                          <p:spTgt spid="466"/>
                                        </p:tgtEl>
                                        <p:attrNameLst>
                                          <p:attrName>ppt_y</p:attrName>
                                        </p:attrNameLst>
                                      </p:cBhvr>
                                      <p:tavLst>
                                        <p:tav tm="0">
                                          <p:val>
                                            <p:strVal val="#ppt_y-1"/>
                                          </p:val>
                                        </p:tav>
                                        <p:tav tm="100000">
                                          <p:val>
                                            <p:strVal val="#ppt_y"/>
                                          </p:val>
                                        </p:tav>
                                      </p:tavLst>
                                    </p:anim>
                                  </p:childTnLst>
                                </p:cTn>
                              </p:par>
                              <p:par>
                                <p:cTn id="112" presetID="2" presetClass="entr" presetSubtype="1" fill="hold" nodeType="withEffect">
                                  <p:stCondLst>
                                    <p:cond delay="0"/>
                                  </p:stCondLst>
                                  <p:childTnLst>
                                    <p:set>
                                      <p:cBhvr>
                                        <p:cTn id="113" dur="1" fill="hold">
                                          <p:stCondLst>
                                            <p:cond delay="0"/>
                                          </p:stCondLst>
                                        </p:cTn>
                                        <p:tgtEl>
                                          <p:spTgt spid="467"/>
                                        </p:tgtEl>
                                        <p:attrNameLst>
                                          <p:attrName>style.visibility</p:attrName>
                                        </p:attrNameLst>
                                      </p:cBhvr>
                                      <p:to>
                                        <p:strVal val="visible"/>
                                      </p:to>
                                    </p:set>
                                    <p:anim calcmode="lin" valueType="num">
                                      <p:cBhvr additive="base">
                                        <p:cTn id="114" dur="250"/>
                                        <p:tgtEl>
                                          <p:spTgt spid="467"/>
                                        </p:tgtEl>
                                        <p:attrNameLst>
                                          <p:attrName>ppt_y</p:attrName>
                                        </p:attrNameLst>
                                      </p:cBhvr>
                                      <p:tavLst>
                                        <p:tav tm="0">
                                          <p:val>
                                            <p:strVal val="#ppt_y-1"/>
                                          </p:val>
                                        </p:tav>
                                        <p:tav tm="100000">
                                          <p:val>
                                            <p:strVal val="#ppt_y"/>
                                          </p:val>
                                        </p:tav>
                                      </p:tavLst>
                                    </p:anim>
                                  </p:childTnLst>
                                </p:cTn>
                              </p:par>
                            </p:childTnLst>
                          </p:cTn>
                        </p:par>
                        <p:par>
                          <p:cTn id="115" fill="hold">
                            <p:stCondLst>
                              <p:cond delay="3950"/>
                            </p:stCondLst>
                            <p:childTnLst>
                              <p:par>
                                <p:cTn id="116" presetID="2" presetClass="entr" presetSubtype="1" fill="hold" nodeType="afterEffect">
                                  <p:stCondLst>
                                    <p:cond delay="0"/>
                                  </p:stCondLst>
                                  <p:childTnLst>
                                    <p:set>
                                      <p:cBhvr>
                                        <p:cTn id="117" dur="1" fill="hold">
                                          <p:stCondLst>
                                            <p:cond delay="0"/>
                                          </p:stCondLst>
                                        </p:cTn>
                                        <p:tgtEl>
                                          <p:spTgt spid="468"/>
                                        </p:tgtEl>
                                        <p:attrNameLst>
                                          <p:attrName>style.visibility</p:attrName>
                                        </p:attrNameLst>
                                      </p:cBhvr>
                                      <p:to>
                                        <p:strVal val="visible"/>
                                      </p:to>
                                    </p:set>
                                    <p:anim calcmode="lin" valueType="num">
                                      <p:cBhvr additive="base">
                                        <p:cTn id="118" dur="250"/>
                                        <p:tgtEl>
                                          <p:spTgt spid="468"/>
                                        </p:tgtEl>
                                        <p:attrNameLst>
                                          <p:attrName>ppt_y</p:attrName>
                                        </p:attrNameLst>
                                      </p:cBhvr>
                                      <p:tavLst>
                                        <p:tav tm="0">
                                          <p:val>
                                            <p:strVal val="#ppt_y-1"/>
                                          </p:val>
                                        </p:tav>
                                        <p:tav tm="100000">
                                          <p:val>
                                            <p:strVal val="#ppt_y"/>
                                          </p:val>
                                        </p:tav>
                                      </p:tavLst>
                                    </p:anim>
                                  </p:childTnLst>
                                </p:cTn>
                              </p:par>
                              <p:par>
                                <p:cTn id="119" presetID="2" presetClass="entr" presetSubtype="1" fill="hold" nodeType="withEffect">
                                  <p:stCondLst>
                                    <p:cond delay="0"/>
                                  </p:stCondLst>
                                  <p:childTnLst>
                                    <p:set>
                                      <p:cBhvr>
                                        <p:cTn id="120" dur="1" fill="hold">
                                          <p:stCondLst>
                                            <p:cond delay="0"/>
                                          </p:stCondLst>
                                        </p:cTn>
                                        <p:tgtEl>
                                          <p:spTgt spid="469"/>
                                        </p:tgtEl>
                                        <p:attrNameLst>
                                          <p:attrName>style.visibility</p:attrName>
                                        </p:attrNameLst>
                                      </p:cBhvr>
                                      <p:to>
                                        <p:strVal val="visible"/>
                                      </p:to>
                                    </p:set>
                                    <p:anim calcmode="lin" valueType="num">
                                      <p:cBhvr additive="base">
                                        <p:cTn id="121" dur="250"/>
                                        <p:tgtEl>
                                          <p:spTgt spid="469"/>
                                        </p:tgtEl>
                                        <p:attrNameLst>
                                          <p:attrName>ppt_y</p:attrName>
                                        </p:attrNameLst>
                                      </p:cBhvr>
                                      <p:tavLst>
                                        <p:tav tm="0">
                                          <p:val>
                                            <p:strVal val="#ppt_y-1"/>
                                          </p:val>
                                        </p:tav>
                                        <p:tav tm="100000">
                                          <p:val>
                                            <p:strVal val="#ppt_y"/>
                                          </p:val>
                                        </p:tav>
                                      </p:tavLst>
                                    </p:anim>
                                  </p:childTnLst>
                                </p:cTn>
                              </p:par>
                            </p:childTnLst>
                          </p:cTn>
                        </p:par>
                        <p:par>
                          <p:cTn id="122" fill="hold">
                            <p:stCondLst>
                              <p:cond delay="4200"/>
                            </p:stCondLst>
                            <p:childTnLst>
                              <p:par>
                                <p:cTn id="123" presetID="2" presetClass="entr" presetSubtype="1" fill="hold" nodeType="afterEffect">
                                  <p:stCondLst>
                                    <p:cond delay="0"/>
                                  </p:stCondLst>
                                  <p:childTnLst>
                                    <p:set>
                                      <p:cBhvr>
                                        <p:cTn id="124" dur="1" fill="hold">
                                          <p:stCondLst>
                                            <p:cond delay="0"/>
                                          </p:stCondLst>
                                        </p:cTn>
                                        <p:tgtEl>
                                          <p:spTgt spid="470"/>
                                        </p:tgtEl>
                                        <p:attrNameLst>
                                          <p:attrName>style.visibility</p:attrName>
                                        </p:attrNameLst>
                                      </p:cBhvr>
                                      <p:to>
                                        <p:strVal val="visible"/>
                                      </p:to>
                                    </p:set>
                                    <p:anim calcmode="lin" valueType="num">
                                      <p:cBhvr additive="base">
                                        <p:cTn id="125" dur="250"/>
                                        <p:tgtEl>
                                          <p:spTgt spid="470"/>
                                        </p:tgtEl>
                                        <p:attrNameLst>
                                          <p:attrName>ppt_y</p:attrName>
                                        </p:attrNameLst>
                                      </p:cBhvr>
                                      <p:tavLst>
                                        <p:tav tm="0">
                                          <p:val>
                                            <p:strVal val="#ppt_y-1"/>
                                          </p:val>
                                        </p:tav>
                                        <p:tav tm="100000">
                                          <p:val>
                                            <p:strVal val="#ppt_y"/>
                                          </p:val>
                                        </p:tav>
                                      </p:tavLst>
                                    </p:anim>
                                  </p:childTnLst>
                                </p:cTn>
                              </p:par>
                              <p:par>
                                <p:cTn id="126" presetID="2" presetClass="entr" presetSubtype="1" fill="hold" nodeType="withEffect">
                                  <p:stCondLst>
                                    <p:cond delay="0"/>
                                  </p:stCondLst>
                                  <p:childTnLst>
                                    <p:set>
                                      <p:cBhvr>
                                        <p:cTn id="127" dur="1" fill="hold">
                                          <p:stCondLst>
                                            <p:cond delay="0"/>
                                          </p:stCondLst>
                                        </p:cTn>
                                        <p:tgtEl>
                                          <p:spTgt spid="471"/>
                                        </p:tgtEl>
                                        <p:attrNameLst>
                                          <p:attrName>style.visibility</p:attrName>
                                        </p:attrNameLst>
                                      </p:cBhvr>
                                      <p:to>
                                        <p:strVal val="visible"/>
                                      </p:to>
                                    </p:set>
                                    <p:anim calcmode="lin" valueType="num">
                                      <p:cBhvr additive="base">
                                        <p:cTn id="128" dur="250"/>
                                        <p:tgtEl>
                                          <p:spTgt spid="471"/>
                                        </p:tgtEl>
                                        <p:attrNameLst>
                                          <p:attrName>ppt_y</p:attrName>
                                        </p:attrNameLst>
                                      </p:cBhvr>
                                      <p:tavLst>
                                        <p:tav tm="0">
                                          <p:val>
                                            <p:strVal val="#ppt_y-1"/>
                                          </p:val>
                                        </p:tav>
                                        <p:tav tm="100000">
                                          <p:val>
                                            <p:strVal val="#ppt_y"/>
                                          </p:val>
                                        </p:tav>
                                      </p:tavLst>
                                    </p:anim>
                                  </p:childTnLst>
                                </p:cTn>
                              </p:par>
                            </p:childTnLst>
                          </p:cTn>
                        </p:par>
                        <p:par>
                          <p:cTn id="129" fill="hold">
                            <p:stCondLst>
                              <p:cond delay="4450"/>
                            </p:stCondLst>
                            <p:childTnLst>
                              <p:par>
                                <p:cTn id="130" presetID="2" presetClass="entr" presetSubtype="1" fill="hold" nodeType="afterEffect">
                                  <p:stCondLst>
                                    <p:cond delay="0"/>
                                  </p:stCondLst>
                                  <p:childTnLst>
                                    <p:set>
                                      <p:cBhvr>
                                        <p:cTn id="131" dur="1" fill="hold">
                                          <p:stCondLst>
                                            <p:cond delay="0"/>
                                          </p:stCondLst>
                                        </p:cTn>
                                        <p:tgtEl>
                                          <p:spTgt spid="472"/>
                                        </p:tgtEl>
                                        <p:attrNameLst>
                                          <p:attrName>style.visibility</p:attrName>
                                        </p:attrNameLst>
                                      </p:cBhvr>
                                      <p:to>
                                        <p:strVal val="visible"/>
                                      </p:to>
                                    </p:set>
                                    <p:anim calcmode="lin" valueType="num">
                                      <p:cBhvr additive="base">
                                        <p:cTn id="132" dur="250"/>
                                        <p:tgtEl>
                                          <p:spTgt spid="472"/>
                                        </p:tgtEl>
                                        <p:attrNameLst>
                                          <p:attrName>ppt_y</p:attrName>
                                        </p:attrNameLst>
                                      </p:cBhvr>
                                      <p:tavLst>
                                        <p:tav tm="0">
                                          <p:val>
                                            <p:strVal val="#ppt_y-1"/>
                                          </p:val>
                                        </p:tav>
                                        <p:tav tm="100000">
                                          <p:val>
                                            <p:strVal val="#ppt_y"/>
                                          </p:val>
                                        </p:tav>
                                      </p:tavLst>
                                    </p:anim>
                                  </p:childTnLst>
                                </p:cTn>
                              </p:par>
                              <p:par>
                                <p:cTn id="133" presetID="2" presetClass="entr" presetSubtype="1" fill="hold" nodeType="withEffect">
                                  <p:stCondLst>
                                    <p:cond delay="0"/>
                                  </p:stCondLst>
                                  <p:childTnLst>
                                    <p:set>
                                      <p:cBhvr>
                                        <p:cTn id="134" dur="1" fill="hold">
                                          <p:stCondLst>
                                            <p:cond delay="0"/>
                                          </p:stCondLst>
                                        </p:cTn>
                                        <p:tgtEl>
                                          <p:spTgt spid="473"/>
                                        </p:tgtEl>
                                        <p:attrNameLst>
                                          <p:attrName>style.visibility</p:attrName>
                                        </p:attrNameLst>
                                      </p:cBhvr>
                                      <p:to>
                                        <p:strVal val="visible"/>
                                      </p:to>
                                    </p:set>
                                    <p:anim calcmode="lin" valueType="num">
                                      <p:cBhvr additive="base">
                                        <p:cTn id="135" dur="250"/>
                                        <p:tgtEl>
                                          <p:spTgt spid="473"/>
                                        </p:tgtEl>
                                        <p:attrNameLst>
                                          <p:attrName>ppt_y</p:attrName>
                                        </p:attrNameLst>
                                      </p:cBhvr>
                                      <p:tavLst>
                                        <p:tav tm="0">
                                          <p:val>
                                            <p:strVal val="#ppt_y-1"/>
                                          </p:val>
                                        </p:tav>
                                        <p:tav tm="100000">
                                          <p:val>
                                            <p:strVal val="#ppt_y"/>
                                          </p:val>
                                        </p:tav>
                                      </p:tavLst>
                                    </p:anim>
                                  </p:childTnLst>
                                </p:cTn>
                              </p:par>
                            </p:childTnLst>
                          </p:cTn>
                        </p:par>
                        <p:par>
                          <p:cTn id="136" fill="hold">
                            <p:stCondLst>
                              <p:cond delay="4700"/>
                            </p:stCondLst>
                            <p:childTnLst>
                              <p:par>
                                <p:cTn id="137" presetID="2" presetClass="entr" presetSubtype="1" fill="hold" nodeType="afterEffect">
                                  <p:stCondLst>
                                    <p:cond delay="0"/>
                                  </p:stCondLst>
                                  <p:childTnLst>
                                    <p:set>
                                      <p:cBhvr>
                                        <p:cTn id="138" dur="1" fill="hold">
                                          <p:stCondLst>
                                            <p:cond delay="0"/>
                                          </p:stCondLst>
                                        </p:cTn>
                                        <p:tgtEl>
                                          <p:spTgt spid="474"/>
                                        </p:tgtEl>
                                        <p:attrNameLst>
                                          <p:attrName>style.visibility</p:attrName>
                                        </p:attrNameLst>
                                      </p:cBhvr>
                                      <p:to>
                                        <p:strVal val="visible"/>
                                      </p:to>
                                    </p:set>
                                    <p:anim calcmode="lin" valueType="num">
                                      <p:cBhvr additive="base">
                                        <p:cTn id="139" dur="250"/>
                                        <p:tgtEl>
                                          <p:spTgt spid="474"/>
                                        </p:tgtEl>
                                        <p:attrNameLst>
                                          <p:attrName>ppt_y</p:attrName>
                                        </p:attrNameLst>
                                      </p:cBhvr>
                                      <p:tavLst>
                                        <p:tav tm="0">
                                          <p:val>
                                            <p:strVal val="#ppt_y-1"/>
                                          </p:val>
                                        </p:tav>
                                        <p:tav tm="100000">
                                          <p:val>
                                            <p:strVal val="#ppt_y"/>
                                          </p:val>
                                        </p:tav>
                                      </p:tavLst>
                                    </p:anim>
                                  </p:childTnLst>
                                </p:cTn>
                              </p:par>
                              <p:par>
                                <p:cTn id="140" presetID="2" presetClass="entr" presetSubtype="1" fill="hold" nodeType="withEffect">
                                  <p:stCondLst>
                                    <p:cond delay="0"/>
                                  </p:stCondLst>
                                  <p:childTnLst>
                                    <p:set>
                                      <p:cBhvr>
                                        <p:cTn id="141" dur="1" fill="hold">
                                          <p:stCondLst>
                                            <p:cond delay="0"/>
                                          </p:stCondLst>
                                        </p:cTn>
                                        <p:tgtEl>
                                          <p:spTgt spid="475"/>
                                        </p:tgtEl>
                                        <p:attrNameLst>
                                          <p:attrName>style.visibility</p:attrName>
                                        </p:attrNameLst>
                                      </p:cBhvr>
                                      <p:to>
                                        <p:strVal val="visible"/>
                                      </p:to>
                                    </p:set>
                                    <p:anim calcmode="lin" valueType="num">
                                      <p:cBhvr additive="base">
                                        <p:cTn id="142" dur="250"/>
                                        <p:tgtEl>
                                          <p:spTgt spid="475"/>
                                        </p:tgtEl>
                                        <p:attrNameLst>
                                          <p:attrName>ppt_y</p:attrName>
                                        </p:attrNameLst>
                                      </p:cBhvr>
                                      <p:tavLst>
                                        <p:tav tm="0">
                                          <p:val>
                                            <p:strVal val="#ppt_y-1"/>
                                          </p:val>
                                        </p:tav>
                                        <p:tav tm="100000">
                                          <p:val>
                                            <p:strVal val="#ppt_y"/>
                                          </p:val>
                                        </p:tav>
                                      </p:tavLst>
                                    </p:anim>
                                  </p:childTnLst>
                                </p:cTn>
                              </p:par>
                            </p:childTnLst>
                          </p:cTn>
                        </p:par>
                        <p:par>
                          <p:cTn id="143" fill="hold">
                            <p:stCondLst>
                              <p:cond delay="4950"/>
                            </p:stCondLst>
                            <p:childTnLst>
                              <p:par>
                                <p:cTn id="144" presetID="2" presetClass="entr" presetSubtype="1" fill="hold" nodeType="afterEffect">
                                  <p:stCondLst>
                                    <p:cond delay="0"/>
                                  </p:stCondLst>
                                  <p:childTnLst>
                                    <p:set>
                                      <p:cBhvr>
                                        <p:cTn id="145" dur="1" fill="hold">
                                          <p:stCondLst>
                                            <p:cond delay="0"/>
                                          </p:stCondLst>
                                        </p:cTn>
                                        <p:tgtEl>
                                          <p:spTgt spid="476"/>
                                        </p:tgtEl>
                                        <p:attrNameLst>
                                          <p:attrName>style.visibility</p:attrName>
                                        </p:attrNameLst>
                                      </p:cBhvr>
                                      <p:to>
                                        <p:strVal val="visible"/>
                                      </p:to>
                                    </p:set>
                                    <p:anim calcmode="lin" valueType="num">
                                      <p:cBhvr additive="base">
                                        <p:cTn id="146" dur="250"/>
                                        <p:tgtEl>
                                          <p:spTgt spid="476"/>
                                        </p:tgtEl>
                                        <p:attrNameLst>
                                          <p:attrName>ppt_y</p:attrName>
                                        </p:attrNameLst>
                                      </p:cBhvr>
                                      <p:tavLst>
                                        <p:tav tm="0">
                                          <p:val>
                                            <p:strVal val="#ppt_y-1"/>
                                          </p:val>
                                        </p:tav>
                                        <p:tav tm="100000">
                                          <p:val>
                                            <p:strVal val="#ppt_y"/>
                                          </p:val>
                                        </p:tav>
                                      </p:tavLst>
                                    </p:anim>
                                  </p:childTnLst>
                                </p:cTn>
                              </p:par>
                              <p:par>
                                <p:cTn id="147" presetID="2" presetClass="entr" presetSubtype="1" fill="hold" nodeType="withEffect">
                                  <p:stCondLst>
                                    <p:cond delay="0"/>
                                  </p:stCondLst>
                                  <p:childTnLst>
                                    <p:set>
                                      <p:cBhvr>
                                        <p:cTn id="148" dur="1" fill="hold">
                                          <p:stCondLst>
                                            <p:cond delay="0"/>
                                          </p:stCondLst>
                                        </p:cTn>
                                        <p:tgtEl>
                                          <p:spTgt spid="477"/>
                                        </p:tgtEl>
                                        <p:attrNameLst>
                                          <p:attrName>style.visibility</p:attrName>
                                        </p:attrNameLst>
                                      </p:cBhvr>
                                      <p:to>
                                        <p:strVal val="visible"/>
                                      </p:to>
                                    </p:set>
                                    <p:anim calcmode="lin" valueType="num">
                                      <p:cBhvr additive="base">
                                        <p:cTn id="149" dur="250"/>
                                        <p:tgtEl>
                                          <p:spTgt spid="477"/>
                                        </p:tgtEl>
                                        <p:attrNameLst>
                                          <p:attrName>ppt_y</p:attrName>
                                        </p:attrNameLst>
                                      </p:cBhvr>
                                      <p:tavLst>
                                        <p:tav tm="0">
                                          <p:val>
                                            <p:strVal val="#ppt_y-1"/>
                                          </p:val>
                                        </p:tav>
                                        <p:tav tm="100000">
                                          <p:val>
                                            <p:strVal val="#ppt_y"/>
                                          </p:val>
                                        </p:tav>
                                      </p:tavLst>
                                    </p:anim>
                                  </p:childTnLst>
                                </p:cTn>
                              </p:par>
                            </p:childTnLst>
                          </p:cTn>
                        </p:par>
                        <p:par>
                          <p:cTn id="150" fill="hold">
                            <p:stCondLst>
                              <p:cond delay="5200"/>
                            </p:stCondLst>
                            <p:childTnLst>
                              <p:par>
                                <p:cTn id="151" presetID="2" presetClass="entr" presetSubtype="1" fill="hold" nodeType="afterEffect">
                                  <p:stCondLst>
                                    <p:cond delay="0"/>
                                  </p:stCondLst>
                                  <p:childTnLst>
                                    <p:set>
                                      <p:cBhvr>
                                        <p:cTn id="152" dur="1" fill="hold">
                                          <p:stCondLst>
                                            <p:cond delay="0"/>
                                          </p:stCondLst>
                                        </p:cTn>
                                        <p:tgtEl>
                                          <p:spTgt spid="478"/>
                                        </p:tgtEl>
                                        <p:attrNameLst>
                                          <p:attrName>style.visibility</p:attrName>
                                        </p:attrNameLst>
                                      </p:cBhvr>
                                      <p:to>
                                        <p:strVal val="visible"/>
                                      </p:to>
                                    </p:set>
                                    <p:anim calcmode="lin" valueType="num">
                                      <p:cBhvr additive="base">
                                        <p:cTn id="153" dur="250"/>
                                        <p:tgtEl>
                                          <p:spTgt spid="478"/>
                                        </p:tgtEl>
                                        <p:attrNameLst>
                                          <p:attrName>ppt_y</p:attrName>
                                        </p:attrNameLst>
                                      </p:cBhvr>
                                      <p:tavLst>
                                        <p:tav tm="0">
                                          <p:val>
                                            <p:strVal val="#ppt_y-1"/>
                                          </p:val>
                                        </p:tav>
                                        <p:tav tm="100000">
                                          <p:val>
                                            <p:strVal val="#ppt_y"/>
                                          </p:val>
                                        </p:tav>
                                      </p:tavLst>
                                    </p:anim>
                                  </p:childTnLst>
                                </p:cTn>
                              </p:par>
                              <p:par>
                                <p:cTn id="154" presetID="2" presetClass="entr" presetSubtype="1" fill="hold" nodeType="withEffect">
                                  <p:stCondLst>
                                    <p:cond delay="0"/>
                                  </p:stCondLst>
                                  <p:childTnLst>
                                    <p:set>
                                      <p:cBhvr>
                                        <p:cTn id="155" dur="1" fill="hold">
                                          <p:stCondLst>
                                            <p:cond delay="0"/>
                                          </p:stCondLst>
                                        </p:cTn>
                                        <p:tgtEl>
                                          <p:spTgt spid="479"/>
                                        </p:tgtEl>
                                        <p:attrNameLst>
                                          <p:attrName>style.visibility</p:attrName>
                                        </p:attrNameLst>
                                      </p:cBhvr>
                                      <p:to>
                                        <p:strVal val="visible"/>
                                      </p:to>
                                    </p:set>
                                    <p:anim calcmode="lin" valueType="num">
                                      <p:cBhvr additive="base">
                                        <p:cTn id="156" dur="250"/>
                                        <p:tgtEl>
                                          <p:spTgt spid="479"/>
                                        </p:tgtEl>
                                        <p:attrNameLst>
                                          <p:attrName>ppt_y</p:attrName>
                                        </p:attrNameLst>
                                      </p:cBhvr>
                                      <p:tavLst>
                                        <p:tav tm="0">
                                          <p:val>
                                            <p:strVal val="#ppt_y-1"/>
                                          </p:val>
                                        </p:tav>
                                        <p:tav tm="100000">
                                          <p:val>
                                            <p:strVal val="#ppt_y"/>
                                          </p:val>
                                        </p:tav>
                                      </p:tavLst>
                                    </p:anim>
                                  </p:childTnLst>
                                </p:cTn>
                              </p:par>
                            </p:childTnLst>
                          </p:cTn>
                        </p:par>
                        <p:par>
                          <p:cTn id="157" fill="hold">
                            <p:stCondLst>
                              <p:cond delay="5450"/>
                            </p:stCondLst>
                            <p:childTnLst>
                              <p:par>
                                <p:cTn id="158" presetID="2" presetClass="entr" presetSubtype="1" fill="hold" nodeType="afterEffect">
                                  <p:stCondLst>
                                    <p:cond delay="0"/>
                                  </p:stCondLst>
                                  <p:childTnLst>
                                    <p:set>
                                      <p:cBhvr>
                                        <p:cTn id="159" dur="1" fill="hold">
                                          <p:stCondLst>
                                            <p:cond delay="0"/>
                                          </p:stCondLst>
                                        </p:cTn>
                                        <p:tgtEl>
                                          <p:spTgt spid="480"/>
                                        </p:tgtEl>
                                        <p:attrNameLst>
                                          <p:attrName>style.visibility</p:attrName>
                                        </p:attrNameLst>
                                      </p:cBhvr>
                                      <p:to>
                                        <p:strVal val="visible"/>
                                      </p:to>
                                    </p:set>
                                    <p:anim calcmode="lin" valueType="num">
                                      <p:cBhvr additive="base">
                                        <p:cTn id="160" dur="250"/>
                                        <p:tgtEl>
                                          <p:spTgt spid="480"/>
                                        </p:tgtEl>
                                        <p:attrNameLst>
                                          <p:attrName>ppt_y</p:attrName>
                                        </p:attrNameLst>
                                      </p:cBhvr>
                                      <p:tavLst>
                                        <p:tav tm="0">
                                          <p:val>
                                            <p:strVal val="#ppt_y-1"/>
                                          </p:val>
                                        </p:tav>
                                        <p:tav tm="100000">
                                          <p:val>
                                            <p:strVal val="#ppt_y"/>
                                          </p:val>
                                        </p:tav>
                                      </p:tavLst>
                                    </p:anim>
                                  </p:childTnLst>
                                </p:cTn>
                              </p:par>
                              <p:par>
                                <p:cTn id="161" presetID="2" presetClass="entr" presetSubtype="1" fill="hold" nodeType="withEffect">
                                  <p:stCondLst>
                                    <p:cond delay="0"/>
                                  </p:stCondLst>
                                  <p:childTnLst>
                                    <p:set>
                                      <p:cBhvr>
                                        <p:cTn id="162" dur="1" fill="hold">
                                          <p:stCondLst>
                                            <p:cond delay="0"/>
                                          </p:stCondLst>
                                        </p:cTn>
                                        <p:tgtEl>
                                          <p:spTgt spid="481"/>
                                        </p:tgtEl>
                                        <p:attrNameLst>
                                          <p:attrName>style.visibility</p:attrName>
                                        </p:attrNameLst>
                                      </p:cBhvr>
                                      <p:to>
                                        <p:strVal val="visible"/>
                                      </p:to>
                                    </p:set>
                                    <p:anim calcmode="lin" valueType="num">
                                      <p:cBhvr additive="base">
                                        <p:cTn id="163" dur="250"/>
                                        <p:tgtEl>
                                          <p:spTgt spid="481"/>
                                        </p:tgtEl>
                                        <p:attrNameLst>
                                          <p:attrName>ppt_y</p:attrName>
                                        </p:attrNameLst>
                                      </p:cBhvr>
                                      <p:tavLst>
                                        <p:tav tm="0">
                                          <p:val>
                                            <p:strVal val="#ppt_y-1"/>
                                          </p:val>
                                        </p:tav>
                                        <p:tav tm="100000">
                                          <p:val>
                                            <p:strVal val="#ppt_y"/>
                                          </p:val>
                                        </p:tav>
                                      </p:tavLst>
                                    </p:anim>
                                  </p:childTnLst>
                                </p:cTn>
                              </p:par>
                            </p:childTnLst>
                          </p:cTn>
                        </p:par>
                        <p:par>
                          <p:cTn id="164" fill="hold">
                            <p:stCondLst>
                              <p:cond delay="5700"/>
                            </p:stCondLst>
                            <p:childTnLst>
                              <p:par>
                                <p:cTn id="165" presetID="2" presetClass="entr" presetSubtype="1" fill="hold" nodeType="afterEffect">
                                  <p:stCondLst>
                                    <p:cond delay="0"/>
                                  </p:stCondLst>
                                  <p:childTnLst>
                                    <p:set>
                                      <p:cBhvr>
                                        <p:cTn id="166" dur="1" fill="hold">
                                          <p:stCondLst>
                                            <p:cond delay="0"/>
                                          </p:stCondLst>
                                        </p:cTn>
                                        <p:tgtEl>
                                          <p:spTgt spid="482"/>
                                        </p:tgtEl>
                                        <p:attrNameLst>
                                          <p:attrName>style.visibility</p:attrName>
                                        </p:attrNameLst>
                                      </p:cBhvr>
                                      <p:to>
                                        <p:strVal val="visible"/>
                                      </p:to>
                                    </p:set>
                                    <p:anim calcmode="lin" valueType="num">
                                      <p:cBhvr additive="base">
                                        <p:cTn id="167" dur="250"/>
                                        <p:tgtEl>
                                          <p:spTgt spid="482"/>
                                        </p:tgtEl>
                                        <p:attrNameLst>
                                          <p:attrName>ppt_y</p:attrName>
                                        </p:attrNameLst>
                                      </p:cBhvr>
                                      <p:tavLst>
                                        <p:tav tm="0">
                                          <p:val>
                                            <p:strVal val="#ppt_y-1"/>
                                          </p:val>
                                        </p:tav>
                                        <p:tav tm="100000">
                                          <p:val>
                                            <p:strVal val="#ppt_y"/>
                                          </p:val>
                                        </p:tav>
                                      </p:tavLst>
                                    </p:anim>
                                  </p:childTnLst>
                                </p:cTn>
                              </p:par>
                              <p:par>
                                <p:cTn id="168" presetID="2" presetClass="entr" presetSubtype="1" fill="hold" nodeType="withEffect">
                                  <p:stCondLst>
                                    <p:cond delay="0"/>
                                  </p:stCondLst>
                                  <p:childTnLst>
                                    <p:set>
                                      <p:cBhvr>
                                        <p:cTn id="169" dur="1" fill="hold">
                                          <p:stCondLst>
                                            <p:cond delay="0"/>
                                          </p:stCondLst>
                                        </p:cTn>
                                        <p:tgtEl>
                                          <p:spTgt spid="483"/>
                                        </p:tgtEl>
                                        <p:attrNameLst>
                                          <p:attrName>style.visibility</p:attrName>
                                        </p:attrNameLst>
                                      </p:cBhvr>
                                      <p:to>
                                        <p:strVal val="visible"/>
                                      </p:to>
                                    </p:set>
                                    <p:anim calcmode="lin" valueType="num">
                                      <p:cBhvr additive="base">
                                        <p:cTn id="170" dur="250"/>
                                        <p:tgtEl>
                                          <p:spTgt spid="483"/>
                                        </p:tgtEl>
                                        <p:attrNameLst>
                                          <p:attrName>ppt_y</p:attrName>
                                        </p:attrNameLst>
                                      </p:cBhvr>
                                      <p:tavLst>
                                        <p:tav tm="0">
                                          <p:val>
                                            <p:strVal val="#ppt_y-1"/>
                                          </p:val>
                                        </p:tav>
                                        <p:tav tm="100000">
                                          <p:val>
                                            <p:strVal val="#ppt_y"/>
                                          </p:val>
                                        </p:tav>
                                      </p:tavLst>
                                    </p:anim>
                                  </p:childTnLst>
                                </p:cTn>
                              </p:par>
                            </p:childTnLst>
                          </p:cTn>
                        </p:par>
                        <p:par>
                          <p:cTn id="171" fill="hold">
                            <p:stCondLst>
                              <p:cond delay="5950"/>
                            </p:stCondLst>
                            <p:childTnLst>
                              <p:par>
                                <p:cTn id="172" presetID="2" presetClass="entr" presetSubtype="1" fill="hold" nodeType="afterEffect">
                                  <p:stCondLst>
                                    <p:cond delay="0"/>
                                  </p:stCondLst>
                                  <p:childTnLst>
                                    <p:set>
                                      <p:cBhvr>
                                        <p:cTn id="173" dur="1" fill="hold">
                                          <p:stCondLst>
                                            <p:cond delay="0"/>
                                          </p:stCondLst>
                                        </p:cTn>
                                        <p:tgtEl>
                                          <p:spTgt spid="484"/>
                                        </p:tgtEl>
                                        <p:attrNameLst>
                                          <p:attrName>style.visibility</p:attrName>
                                        </p:attrNameLst>
                                      </p:cBhvr>
                                      <p:to>
                                        <p:strVal val="visible"/>
                                      </p:to>
                                    </p:set>
                                    <p:anim calcmode="lin" valueType="num">
                                      <p:cBhvr additive="base">
                                        <p:cTn id="174" dur="250"/>
                                        <p:tgtEl>
                                          <p:spTgt spid="484"/>
                                        </p:tgtEl>
                                        <p:attrNameLst>
                                          <p:attrName>ppt_y</p:attrName>
                                        </p:attrNameLst>
                                      </p:cBhvr>
                                      <p:tavLst>
                                        <p:tav tm="0">
                                          <p:val>
                                            <p:strVal val="#ppt_y-1"/>
                                          </p:val>
                                        </p:tav>
                                        <p:tav tm="100000">
                                          <p:val>
                                            <p:strVal val="#ppt_y"/>
                                          </p:val>
                                        </p:tav>
                                      </p:tavLst>
                                    </p:anim>
                                  </p:childTnLst>
                                </p:cTn>
                              </p:par>
                              <p:par>
                                <p:cTn id="175" presetID="2" presetClass="entr" presetSubtype="1" fill="hold" nodeType="withEffect">
                                  <p:stCondLst>
                                    <p:cond delay="0"/>
                                  </p:stCondLst>
                                  <p:childTnLst>
                                    <p:set>
                                      <p:cBhvr>
                                        <p:cTn id="176" dur="1" fill="hold">
                                          <p:stCondLst>
                                            <p:cond delay="0"/>
                                          </p:stCondLst>
                                        </p:cTn>
                                        <p:tgtEl>
                                          <p:spTgt spid="485"/>
                                        </p:tgtEl>
                                        <p:attrNameLst>
                                          <p:attrName>style.visibility</p:attrName>
                                        </p:attrNameLst>
                                      </p:cBhvr>
                                      <p:to>
                                        <p:strVal val="visible"/>
                                      </p:to>
                                    </p:set>
                                    <p:anim calcmode="lin" valueType="num">
                                      <p:cBhvr additive="base">
                                        <p:cTn id="177" dur="250"/>
                                        <p:tgtEl>
                                          <p:spTgt spid="485"/>
                                        </p:tgtEl>
                                        <p:attrNameLst>
                                          <p:attrName>ppt_y</p:attrName>
                                        </p:attrNameLst>
                                      </p:cBhvr>
                                      <p:tavLst>
                                        <p:tav tm="0">
                                          <p:val>
                                            <p:strVal val="#ppt_y-1"/>
                                          </p:val>
                                        </p:tav>
                                        <p:tav tm="100000">
                                          <p:val>
                                            <p:strVal val="#ppt_y"/>
                                          </p:val>
                                        </p:tav>
                                      </p:tavLst>
                                    </p:anim>
                                  </p:childTnLst>
                                </p:cTn>
                              </p:par>
                            </p:childTnLst>
                          </p:cTn>
                        </p:par>
                        <p:par>
                          <p:cTn id="178" fill="hold">
                            <p:stCondLst>
                              <p:cond delay="6200"/>
                            </p:stCondLst>
                            <p:childTnLst>
                              <p:par>
                                <p:cTn id="179" presetID="2" presetClass="entr" presetSubtype="1" fill="hold" nodeType="afterEffect">
                                  <p:stCondLst>
                                    <p:cond delay="0"/>
                                  </p:stCondLst>
                                  <p:childTnLst>
                                    <p:set>
                                      <p:cBhvr>
                                        <p:cTn id="180" dur="1" fill="hold">
                                          <p:stCondLst>
                                            <p:cond delay="0"/>
                                          </p:stCondLst>
                                        </p:cTn>
                                        <p:tgtEl>
                                          <p:spTgt spid="486"/>
                                        </p:tgtEl>
                                        <p:attrNameLst>
                                          <p:attrName>style.visibility</p:attrName>
                                        </p:attrNameLst>
                                      </p:cBhvr>
                                      <p:to>
                                        <p:strVal val="visible"/>
                                      </p:to>
                                    </p:set>
                                    <p:anim calcmode="lin" valueType="num">
                                      <p:cBhvr additive="base">
                                        <p:cTn id="181" dur="250"/>
                                        <p:tgtEl>
                                          <p:spTgt spid="486"/>
                                        </p:tgtEl>
                                        <p:attrNameLst>
                                          <p:attrName>ppt_y</p:attrName>
                                        </p:attrNameLst>
                                      </p:cBhvr>
                                      <p:tavLst>
                                        <p:tav tm="0">
                                          <p:val>
                                            <p:strVal val="#ppt_y-1"/>
                                          </p:val>
                                        </p:tav>
                                        <p:tav tm="100000">
                                          <p:val>
                                            <p:strVal val="#ppt_y"/>
                                          </p:val>
                                        </p:tav>
                                      </p:tavLst>
                                    </p:anim>
                                  </p:childTnLst>
                                </p:cTn>
                              </p:par>
                              <p:par>
                                <p:cTn id="182" presetID="2" presetClass="entr" presetSubtype="1" fill="hold" nodeType="withEffect">
                                  <p:stCondLst>
                                    <p:cond delay="0"/>
                                  </p:stCondLst>
                                  <p:childTnLst>
                                    <p:set>
                                      <p:cBhvr>
                                        <p:cTn id="183" dur="1" fill="hold">
                                          <p:stCondLst>
                                            <p:cond delay="0"/>
                                          </p:stCondLst>
                                        </p:cTn>
                                        <p:tgtEl>
                                          <p:spTgt spid="487"/>
                                        </p:tgtEl>
                                        <p:attrNameLst>
                                          <p:attrName>style.visibility</p:attrName>
                                        </p:attrNameLst>
                                      </p:cBhvr>
                                      <p:to>
                                        <p:strVal val="visible"/>
                                      </p:to>
                                    </p:set>
                                    <p:anim calcmode="lin" valueType="num">
                                      <p:cBhvr additive="base">
                                        <p:cTn id="184" dur="250"/>
                                        <p:tgtEl>
                                          <p:spTgt spid="487"/>
                                        </p:tgtEl>
                                        <p:attrNameLst>
                                          <p:attrName>ppt_y</p:attrName>
                                        </p:attrNameLst>
                                      </p:cBhvr>
                                      <p:tavLst>
                                        <p:tav tm="0">
                                          <p:val>
                                            <p:strVal val="#ppt_y-1"/>
                                          </p:val>
                                        </p:tav>
                                        <p:tav tm="100000">
                                          <p:val>
                                            <p:strVal val="#ppt_y"/>
                                          </p:val>
                                        </p:tav>
                                      </p:tavLst>
                                    </p:anim>
                                  </p:childTnLst>
                                </p:cTn>
                              </p:par>
                            </p:childTnLst>
                          </p:cTn>
                        </p:par>
                        <p:par>
                          <p:cTn id="185" fill="hold">
                            <p:stCondLst>
                              <p:cond delay="6450"/>
                            </p:stCondLst>
                            <p:childTnLst>
                              <p:par>
                                <p:cTn id="186" presetID="2" presetClass="entr" presetSubtype="1" fill="hold" nodeType="afterEffect">
                                  <p:stCondLst>
                                    <p:cond delay="0"/>
                                  </p:stCondLst>
                                  <p:childTnLst>
                                    <p:set>
                                      <p:cBhvr>
                                        <p:cTn id="187" dur="1" fill="hold">
                                          <p:stCondLst>
                                            <p:cond delay="0"/>
                                          </p:stCondLst>
                                        </p:cTn>
                                        <p:tgtEl>
                                          <p:spTgt spid="488"/>
                                        </p:tgtEl>
                                        <p:attrNameLst>
                                          <p:attrName>style.visibility</p:attrName>
                                        </p:attrNameLst>
                                      </p:cBhvr>
                                      <p:to>
                                        <p:strVal val="visible"/>
                                      </p:to>
                                    </p:set>
                                    <p:anim calcmode="lin" valueType="num">
                                      <p:cBhvr additive="base">
                                        <p:cTn id="188" dur="250"/>
                                        <p:tgtEl>
                                          <p:spTgt spid="488"/>
                                        </p:tgtEl>
                                        <p:attrNameLst>
                                          <p:attrName>ppt_y</p:attrName>
                                        </p:attrNameLst>
                                      </p:cBhvr>
                                      <p:tavLst>
                                        <p:tav tm="0">
                                          <p:val>
                                            <p:strVal val="#ppt_y-1"/>
                                          </p:val>
                                        </p:tav>
                                        <p:tav tm="100000">
                                          <p:val>
                                            <p:strVal val="#ppt_y"/>
                                          </p:val>
                                        </p:tav>
                                      </p:tavLst>
                                    </p:anim>
                                  </p:childTnLst>
                                </p:cTn>
                              </p:par>
                              <p:par>
                                <p:cTn id="189" presetID="2" presetClass="entr" presetSubtype="1" fill="hold" nodeType="withEffect">
                                  <p:stCondLst>
                                    <p:cond delay="0"/>
                                  </p:stCondLst>
                                  <p:childTnLst>
                                    <p:set>
                                      <p:cBhvr>
                                        <p:cTn id="190" dur="1" fill="hold">
                                          <p:stCondLst>
                                            <p:cond delay="0"/>
                                          </p:stCondLst>
                                        </p:cTn>
                                        <p:tgtEl>
                                          <p:spTgt spid="489"/>
                                        </p:tgtEl>
                                        <p:attrNameLst>
                                          <p:attrName>style.visibility</p:attrName>
                                        </p:attrNameLst>
                                      </p:cBhvr>
                                      <p:to>
                                        <p:strVal val="visible"/>
                                      </p:to>
                                    </p:set>
                                    <p:anim calcmode="lin" valueType="num">
                                      <p:cBhvr additive="base">
                                        <p:cTn id="191" dur="250"/>
                                        <p:tgtEl>
                                          <p:spTgt spid="489"/>
                                        </p:tgtEl>
                                        <p:attrNameLst>
                                          <p:attrName>ppt_y</p:attrName>
                                        </p:attrNameLst>
                                      </p:cBhvr>
                                      <p:tavLst>
                                        <p:tav tm="0">
                                          <p:val>
                                            <p:strVal val="#ppt_y-1"/>
                                          </p:val>
                                        </p:tav>
                                        <p:tav tm="100000">
                                          <p:val>
                                            <p:strVal val="#ppt_y"/>
                                          </p:val>
                                        </p:tav>
                                      </p:tavLst>
                                    </p:anim>
                                  </p:childTnLst>
                                </p:cTn>
                              </p:par>
                              <p:par>
                                <p:cTn id="192" presetID="2" presetClass="entr" presetSubtype="1" fill="hold" nodeType="withEffect">
                                  <p:stCondLst>
                                    <p:cond delay="0"/>
                                  </p:stCondLst>
                                  <p:childTnLst>
                                    <p:set>
                                      <p:cBhvr>
                                        <p:cTn id="193" dur="1" fill="hold">
                                          <p:stCondLst>
                                            <p:cond delay="0"/>
                                          </p:stCondLst>
                                        </p:cTn>
                                        <p:tgtEl>
                                          <p:spTgt spid="490"/>
                                        </p:tgtEl>
                                        <p:attrNameLst>
                                          <p:attrName>style.visibility</p:attrName>
                                        </p:attrNameLst>
                                      </p:cBhvr>
                                      <p:to>
                                        <p:strVal val="visible"/>
                                      </p:to>
                                    </p:set>
                                    <p:anim calcmode="lin" valueType="num">
                                      <p:cBhvr additive="base">
                                        <p:cTn id="194" dur="250"/>
                                        <p:tgtEl>
                                          <p:spTgt spid="490"/>
                                        </p:tgtEl>
                                        <p:attrNameLst>
                                          <p:attrName>ppt_y</p:attrName>
                                        </p:attrNameLst>
                                      </p:cBhvr>
                                      <p:tavLst>
                                        <p:tav tm="0">
                                          <p:val>
                                            <p:strVal val="#ppt_y-1"/>
                                          </p:val>
                                        </p:tav>
                                        <p:tav tm="100000">
                                          <p:val>
                                            <p:strVal val="#ppt_y"/>
                                          </p:val>
                                        </p:tav>
                                      </p:tavLst>
                                    </p:anim>
                                  </p:childTnLst>
                                </p:cTn>
                              </p:par>
                              <p:par>
                                <p:cTn id="195" presetID="2" presetClass="entr" presetSubtype="1" fill="hold" nodeType="withEffect">
                                  <p:stCondLst>
                                    <p:cond delay="0"/>
                                  </p:stCondLst>
                                  <p:childTnLst>
                                    <p:set>
                                      <p:cBhvr>
                                        <p:cTn id="196" dur="1" fill="hold">
                                          <p:stCondLst>
                                            <p:cond delay="0"/>
                                          </p:stCondLst>
                                        </p:cTn>
                                        <p:tgtEl>
                                          <p:spTgt spid="491"/>
                                        </p:tgtEl>
                                        <p:attrNameLst>
                                          <p:attrName>style.visibility</p:attrName>
                                        </p:attrNameLst>
                                      </p:cBhvr>
                                      <p:to>
                                        <p:strVal val="visible"/>
                                      </p:to>
                                    </p:set>
                                    <p:anim calcmode="lin" valueType="num">
                                      <p:cBhvr additive="base">
                                        <p:cTn id="197" dur="250"/>
                                        <p:tgtEl>
                                          <p:spTgt spid="491"/>
                                        </p:tgtEl>
                                        <p:attrNameLst>
                                          <p:attrName>ppt_y</p:attrName>
                                        </p:attrNameLst>
                                      </p:cBhvr>
                                      <p:tavLst>
                                        <p:tav tm="0">
                                          <p:val>
                                            <p:strVal val="#ppt_y-1"/>
                                          </p:val>
                                        </p:tav>
                                        <p:tav tm="100000">
                                          <p:val>
                                            <p:strVal val="#ppt_y"/>
                                          </p:val>
                                        </p:tav>
                                      </p:tavLst>
                                    </p:anim>
                                  </p:childTnLst>
                                </p:cTn>
                              </p:par>
                            </p:childTnLst>
                          </p:cTn>
                        </p:par>
                        <p:par>
                          <p:cTn id="198" fill="hold">
                            <p:stCondLst>
                              <p:cond delay="6700"/>
                            </p:stCondLst>
                            <p:childTnLst>
                              <p:par>
                                <p:cTn id="199" presetID="2" presetClass="entr" presetSubtype="1" fill="hold" nodeType="afterEffect">
                                  <p:stCondLst>
                                    <p:cond delay="0"/>
                                  </p:stCondLst>
                                  <p:childTnLst>
                                    <p:set>
                                      <p:cBhvr>
                                        <p:cTn id="200" dur="1" fill="hold">
                                          <p:stCondLst>
                                            <p:cond delay="0"/>
                                          </p:stCondLst>
                                        </p:cTn>
                                        <p:tgtEl>
                                          <p:spTgt spid="492"/>
                                        </p:tgtEl>
                                        <p:attrNameLst>
                                          <p:attrName>style.visibility</p:attrName>
                                        </p:attrNameLst>
                                      </p:cBhvr>
                                      <p:to>
                                        <p:strVal val="visible"/>
                                      </p:to>
                                    </p:set>
                                    <p:anim calcmode="lin" valueType="num">
                                      <p:cBhvr additive="base">
                                        <p:cTn id="201" dur="250"/>
                                        <p:tgtEl>
                                          <p:spTgt spid="4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18"/>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499" name="Google Shape;499;p18"/>
          <p:cNvGrpSpPr/>
          <p:nvPr/>
        </p:nvGrpSpPr>
        <p:grpSpPr>
          <a:xfrm>
            <a:off x="174713" y="1882618"/>
            <a:ext cx="11937048" cy="895278"/>
            <a:chOff x="0" y="727498"/>
            <a:chExt cx="11937048" cy="895278"/>
          </a:xfrm>
        </p:grpSpPr>
        <p:sp>
          <p:nvSpPr>
            <p:cNvPr id="500" name="Google Shape;500;p18"/>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8"/>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502" name="Google Shape;502;p18"/>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8"/>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04" name="Google Shape;504;p18"/>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8"/>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506" name="Google Shape;506;p18"/>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8"/>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08" name="Google Shape;508;p18"/>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8"/>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510" name="Google Shape;510;p18"/>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8"/>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12" name="Google Shape;512;p18"/>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8"/>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514" name="Google Shape;514;p18"/>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8"/>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16" name="Google Shape;516;p18"/>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8"/>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518" name="Google Shape;518;p18"/>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8"/>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20" name="Google Shape;520;p18"/>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8"/>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522" name="Google Shape;522;p18"/>
          <p:cNvGrpSpPr/>
          <p:nvPr/>
        </p:nvGrpSpPr>
        <p:grpSpPr>
          <a:xfrm>
            <a:off x="254126" y="2947087"/>
            <a:ext cx="1376924" cy="1261156"/>
            <a:chOff x="2901073" y="1621694"/>
            <a:chExt cx="4833184" cy="4426824"/>
          </a:xfrm>
        </p:grpSpPr>
        <p:sp>
          <p:nvSpPr>
            <p:cNvPr id="523" name="Google Shape;523;p1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1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25" name="Google Shape;525;p18"/>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18"/>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18"/>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18"/>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18"/>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0" name="Google Shape;530;p18"/>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1" name="Google Shape;531;p18"/>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2" name="Google Shape;532;p18"/>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3" name="Google Shape;533;p18"/>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4" name="Google Shape;534;p18"/>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5" name="Google Shape;535;p18"/>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6" name="Google Shape;536;p18"/>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7" name="Google Shape;537;p18"/>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8" name="Google Shape;538;p18"/>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9" name="Google Shape;539;p18"/>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0" name="Google Shape;540;p18"/>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18"/>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2" name="Google Shape;542;p18"/>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3" name="Google Shape;543;p18"/>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4" name="Google Shape;544;p18"/>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5" name="Google Shape;545;p18"/>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6" name="Google Shape;546;p18"/>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7" name="Google Shape;547;p18"/>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8" name="Google Shape;548;p18"/>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9" name="Google Shape;549;p18"/>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18"/>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1" name="Google Shape;551;p18"/>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18"/>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18"/>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4" name="Google Shape;554;p18"/>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18"/>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18"/>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7" name="Google Shape;557;p18"/>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8" name="Google Shape;558;p18"/>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18"/>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0" name="Google Shape;560;p18"/>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1" name="Google Shape;561;p18"/>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2" name="Google Shape;562;p18"/>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250"/>
                                        <p:tgtEl>
                                          <p:spTgt spid="498"/>
                                        </p:tgtEl>
                                      </p:cBhvr>
                                    </p:animEffect>
                                  </p:childTnLst>
                                </p:cTn>
                              </p:par>
                            </p:childTnLst>
                          </p:cTn>
                        </p:par>
                        <p:par>
                          <p:cTn id="8" fill="hold">
                            <p:stCondLst>
                              <p:cond delay="250"/>
                            </p:stCondLst>
                            <p:childTnLst>
                              <p:par>
                                <p:cTn id="9" presetID="2" presetClass="entr" presetSubtype="1" fill="hold" nodeType="afterEffect">
                                  <p:stCondLst>
                                    <p:cond delay="0"/>
                                  </p:stCondLst>
                                  <p:childTnLst>
                                    <p:set>
                                      <p:cBhvr>
                                        <p:cTn id="10" dur="1" fill="hold">
                                          <p:stCondLst>
                                            <p:cond delay="0"/>
                                          </p:stCondLst>
                                        </p:cTn>
                                        <p:tgtEl>
                                          <p:spTgt spid="522"/>
                                        </p:tgtEl>
                                        <p:attrNameLst>
                                          <p:attrName>style.visibility</p:attrName>
                                        </p:attrNameLst>
                                      </p:cBhvr>
                                      <p:to>
                                        <p:strVal val="visible"/>
                                      </p:to>
                                    </p:set>
                                    <p:anim calcmode="lin" valueType="num">
                                      <p:cBhvr additive="base">
                                        <p:cTn id="11" dur="500"/>
                                        <p:tgtEl>
                                          <p:spTgt spid="522"/>
                                        </p:tgtEl>
                                        <p:attrNameLst>
                                          <p:attrName>ppt_y</p:attrName>
                                        </p:attrNameLst>
                                      </p:cBhvr>
                                      <p:tavLst>
                                        <p:tav tm="0">
                                          <p:val>
                                            <p:strVal val="#ppt_y-1"/>
                                          </p:val>
                                        </p:tav>
                                        <p:tav tm="100000">
                                          <p:val>
                                            <p:strVal val="#ppt_y"/>
                                          </p:val>
                                        </p:tav>
                                      </p:tavLst>
                                    </p:anim>
                                  </p:childTnLst>
                                </p:cTn>
                              </p:par>
                            </p:childTnLst>
                          </p:cTn>
                        </p:par>
                        <p:par>
                          <p:cTn id="12" fill="hold">
                            <p:stCondLst>
                              <p:cond delay="750"/>
                            </p:stCondLst>
                            <p:childTnLst>
                              <p:par>
                                <p:cTn id="13" presetID="2" presetClass="entr" presetSubtype="1" fill="hold" nodeType="afterEffect">
                                  <p:stCondLst>
                                    <p:cond delay="0"/>
                                  </p:stCondLst>
                                  <p:childTnLst>
                                    <p:set>
                                      <p:cBhvr>
                                        <p:cTn id="14" dur="1" fill="hold">
                                          <p:stCondLst>
                                            <p:cond delay="0"/>
                                          </p:stCondLst>
                                        </p:cTn>
                                        <p:tgtEl>
                                          <p:spTgt spid="525"/>
                                        </p:tgtEl>
                                        <p:attrNameLst>
                                          <p:attrName>style.visibility</p:attrName>
                                        </p:attrNameLst>
                                      </p:cBhvr>
                                      <p:to>
                                        <p:strVal val="visible"/>
                                      </p:to>
                                    </p:set>
                                    <p:anim calcmode="lin" valueType="num">
                                      <p:cBhvr additive="base">
                                        <p:cTn id="15" dur="250"/>
                                        <p:tgtEl>
                                          <p:spTgt spid="525"/>
                                        </p:tgtEl>
                                        <p:attrNameLst>
                                          <p:attrName>ppt_y</p:attrName>
                                        </p:attrNameLst>
                                      </p:cBhvr>
                                      <p:tavLst>
                                        <p:tav tm="0">
                                          <p:val>
                                            <p:strVal val="#ppt_y-1"/>
                                          </p:val>
                                        </p:tav>
                                        <p:tav tm="100000">
                                          <p:val>
                                            <p:strVal val="#ppt_y"/>
                                          </p:val>
                                        </p:tav>
                                      </p:tavLst>
                                    </p:anim>
                                  </p:childTnLst>
                                </p:cTn>
                              </p:par>
                              <p:par>
                                <p:cTn id="16" presetID="2" presetClass="entr" presetSubtype="1" fill="hold" nodeType="withEffect">
                                  <p:stCondLst>
                                    <p:cond delay="0"/>
                                  </p:stCondLst>
                                  <p:childTnLst>
                                    <p:set>
                                      <p:cBhvr>
                                        <p:cTn id="17" dur="1" fill="hold">
                                          <p:stCondLst>
                                            <p:cond delay="0"/>
                                          </p:stCondLst>
                                        </p:cTn>
                                        <p:tgtEl>
                                          <p:spTgt spid="526"/>
                                        </p:tgtEl>
                                        <p:attrNameLst>
                                          <p:attrName>style.visibility</p:attrName>
                                        </p:attrNameLst>
                                      </p:cBhvr>
                                      <p:to>
                                        <p:strVal val="visible"/>
                                      </p:to>
                                    </p:set>
                                    <p:anim calcmode="lin" valueType="num">
                                      <p:cBhvr additive="base">
                                        <p:cTn id="18" dur="250"/>
                                        <p:tgtEl>
                                          <p:spTgt spid="526"/>
                                        </p:tgtEl>
                                        <p:attrNameLst>
                                          <p:attrName>ppt_y</p:attrName>
                                        </p:attrNameLst>
                                      </p:cBhvr>
                                      <p:tavLst>
                                        <p:tav tm="0">
                                          <p:val>
                                            <p:strVal val="#ppt_y-1"/>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527"/>
                                        </p:tgtEl>
                                        <p:attrNameLst>
                                          <p:attrName>style.visibility</p:attrName>
                                        </p:attrNameLst>
                                      </p:cBhvr>
                                      <p:to>
                                        <p:strVal val="visible"/>
                                      </p:to>
                                    </p:set>
                                    <p:anim calcmode="lin" valueType="num">
                                      <p:cBhvr additive="base">
                                        <p:cTn id="21" dur="250"/>
                                        <p:tgtEl>
                                          <p:spTgt spid="527"/>
                                        </p:tgtEl>
                                        <p:attrNameLst>
                                          <p:attrName>ppt_y</p:attrName>
                                        </p:attrNameLst>
                                      </p:cBhvr>
                                      <p:tavLst>
                                        <p:tav tm="0">
                                          <p:val>
                                            <p:strVal val="#ppt_y-1"/>
                                          </p:val>
                                        </p:tav>
                                        <p:tav tm="100000">
                                          <p:val>
                                            <p:strVal val="#ppt_y"/>
                                          </p:val>
                                        </p:tav>
                                      </p:tavLst>
                                    </p:anim>
                                  </p:childTnLst>
                                </p:cTn>
                              </p:par>
                              <p:par>
                                <p:cTn id="22" presetID="2" presetClass="entr" presetSubtype="1" fill="hold" nodeType="withEffect">
                                  <p:stCondLst>
                                    <p:cond delay="0"/>
                                  </p:stCondLst>
                                  <p:childTnLst>
                                    <p:set>
                                      <p:cBhvr>
                                        <p:cTn id="23" dur="1" fill="hold">
                                          <p:stCondLst>
                                            <p:cond delay="0"/>
                                          </p:stCondLst>
                                        </p:cTn>
                                        <p:tgtEl>
                                          <p:spTgt spid="528"/>
                                        </p:tgtEl>
                                        <p:attrNameLst>
                                          <p:attrName>style.visibility</p:attrName>
                                        </p:attrNameLst>
                                      </p:cBhvr>
                                      <p:to>
                                        <p:strVal val="visible"/>
                                      </p:to>
                                    </p:set>
                                    <p:anim calcmode="lin" valueType="num">
                                      <p:cBhvr additive="base">
                                        <p:cTn id="24" dur="250"/>
                                        <p:tgtEl>
                                          <p:spTgt spid="528"/>
                                        </p:tgtEl>
                                        <p:attrNameLst>
                                          <p:attrName>ppt_y</p:attrName>
                                        </p:attrNameLst>
                                      </p:cBhvr>
                                      <p:tavLst>
                                        <p:tav tm="0">
                                          <p:val>
                                            <p:strVal val="#ppt_y-1"/>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529"/>
                                        </p:tgtEl>
                                        <p:attrNameLst>
                                          <p:attrName>style.visibility</p:attrName>
                                        </p:attrNameLst>
                                      </p:cBhvr>
                                      <p:to>
                                        <p:strVal val="visible"/>
                                      </p:to>
                                    </p:set>
                                    <p:anim calcmode="lin" valueType="num">
                                      <p:cBhvr additive="base">
                                        <p:cTn id="27" dur="250"/>
                                        <p:tgtEl>
                                          <p:spTgt spid="529"/>
                                        </p:tgtEl>
                                        <p:attrNameLst>
                                          <p:attrName>ppt_y</p:attrName>
                                        </p:attrNameLst>
                                      </p:cBhvr>
                                      <p:tavLst>
                                        <p:tav tm="0">
                                          <p:val>
                                            <p:strVal val="#ppt_y-1"/>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530"/>
                                        </p:tgtEl>
                                        <p:attrNameLst>
                                          <p:attrName>style.visibility</p:attrName>
                                        </p:attrNameLst>
                                      </p:cBhvr>
                                      <p:to>
                                        <p:strVal val="visible"/>
                                      </p:to>
                                    </p:set>
                                    <p:anim calcmode="lin" valueType="num">
                                      <p:cBhvr additive="base">
                                        <p:cTn id="30" dur="250"/>
                                        <p:tgtEl>
                                          <p:spTgt spid="530"/>
                                        </p:tgtEl>
                                        <p:attrNameLst>
                                          <p:attrName>ppt_y</p:attrName>
                                        </p:attrNameLst>
                                      </p:cBhvr>
                                      <p:tavLst>
                                        <p:tav tm="0">
                                          <p:val>
                                            <p:strVal val="#ppt_y-1"/>
                                          </p:val>
                                        </p:tav>
                                        <p:tav tm="100000">
                                          <p:val>
                                            <p:strVal val="#ppt_y"/>
                                          </p:val>
                                        </p:tav>
                                      </p:tavLst>
                                    </p:anim>
                                  </p:childTnLst>
                                </p:cTn>
                              </p:par>
                              <p:par>
                                <p:cTn id="31" presetID="2" presetClass="entr" presetSubtype="1" fill="hold" nodeType="withEffect">
                                  <p:stCondLst>
                                    <p:cond delay="0"/>
                                  </p:stCondLst>
                                  <p:childTnLst>
                                    <p:set>
                                      <p:cBhvr>
                                        <p:cTn id="32" dur="1" fill="hold">
                                          <p:stCondLst>
                                            <p:cond delay="0"/>
                                          </p:stCondLst>
                                        </p:cTn>
                                        <p:tgtEl>
                                          <p:spTgt spid="531"/>
                                        </p:tgtEl>
                                        <p:attrNameLst>
                                          <p:attrName>style.visibility</p:attrName>
                                        </p:attrNameLst>
                                      </p:cBhvr>
                                      <p:to>
                                        <p:strVal val="visible"/>
                                      </p:to>
                                    </p:set>
                                    <p:anim calcmode="lin" valueType="num">
                                      <p:cBhvr additive="base">
                                        <p:cTn id="33" dur="250"/>
                                        <p:tgtEl>
                                          <p:spTgt spid="531"/>
                                        </p:tgtEl>
                                        <p:attrNameLst>
                                          <p:attrName>ppt_y</p:attrName>
                                        </p:attrNameLst>
                                      </p:cBhvr>
                                      <p:tavLst>
                                        <p:tav tm="0">
                                          <p:val>
                                            <p:strVal val="#ppt_y-1"/>
                                          </p:val>
                                        </p:tav>
                                        <p:tav tm="100000">
                                          <p:val>
                                            <p:strVal val="#ppt_y"/>
                                          </p:val>
                                        </p:tav>
                                      </p:tavLst>
                                    </p:anim>
                                  </p:childTnLst>
                                </p:cTn>
                              </p:par>
                              <p:par>
                                <p:cTn id="34" presetID="2" presetClass="entr" presetSubtype="1" fill="hold" nodeType="withEffect">
                                  <p:stCondLst>
                                    <p:cond delay="0"/>
                                  </p:stCondLst>
                                  <p:childTnLst>
                                    <p:set>
                                      <p:cBhvr>
                                        <p:cTn id="35" dur="1" fill="hold">
                                          <p:stCondLst>
                                            <p:cond delay="0"/>
                                          </p:stCondLst>
                                        </p:cTn>
                                        <p:tgtEl>
                                          <p:spTgt spid="532"/>
                                        </p:tgtEl>
                                        <p:attrNameLst>
                                          <p:attrName>style.visibility</p:attrName>
                                        </p:attrNameLst>
                                      </p:cBhvr>
                                      <p:to>
                                        <p:strVal val="visible"/>
                                      </p:to>
                                    </p:set>
                                    <p:anim calcmode="lin" valueType="num">
                                      <p:cBhvr additive="base">
                                        <p:cTn id="36" dur="250"/>
                                        <p:tgtEl>
                                          <p:spTgt spid="532"/>
                                        </p:tgtEl>
                                        <p:attrNameLst>
                                          <p:attrName>ppt_y</p:attrName>
                                        </p:attrNameLst>
                                      </p:cBhvr>
                                      <p:tavLst>
                                        <p:tav tm="0">
                                          <p:val>
                                            <p:strVal val="#ppt_y-1"/>
                                          </p:val>
                                        </p:tav>
                                        <p:tav tm="100000">
                                          <p:val>
                                            <p:strVal val="#ppt_y"/>
                                          </p:val>
                                        </p:tav>
                                      </p:tavLst>
                                    </p:anim>
                                  </p:childTnLst>
                                </p:cTn>
                              </p:par>
                              <p:par>
                                <p:cTn id="37" presetID="2" presetClass="entr" presetSubtype="1" fill="hold" nodeType="withEffect">
                                  <p:stCondLst>
                                    <p:cond delay="0"/>
                                  </p:stCondLst>
                                  <p:childTnLst>
                                    <p:set>
                                      <p:cBhvr>
                                        <p:cTn id="38" dur="1" fill="hold">
                                          <p:stCondLst>
                                            <p:cond delay="0"/>
                                          </p:stCondLst>
                                        </p:cTn>
                                        <p:tgtEl>
                                          <p:spTgt spid="533"/>
                                        </p:tgtEl>
                                        <p:attrNameLst>
                                          <p:attrName>style.visibility</p:attrName>
                                        </p:attrNameLst>
                                      </p:cBhvr>
                                      <p:to>
                                        <p:strVal val="visible"/>
                                      </p:to>
                                    </p:set>
                                    <p:anim calcmode="lin" valueType="num">
                                      <p:cBhvr additive="base">
                                        <p:cTn id="39" dur="250"/>
                                        <p:tgtEl>
                                          <p:spTgt spid="533"/>
                                        </p:tgtEl>
                                        <p:attrNameLst>
                                          <p:attrName>ppt_y</p:attrName>
                                        </p:attrNameLst>
                                      </p:cBhvr>
                                      <p:tavLst>
                                        <p:tav tm="0">
                                          <p:val>
                                            <p:strVal val="#ppt_y-1"/>
                                          </p:val>
                                        </p:tav>
                                        <p:tav tm="100000">
                                          <p:val>
                                            <p:strVal val="#ppt_y"/>
                                          </p:val>
                                        </p:tav>
                                      </p:tavLst>
                                    </p:anim>
                                  </p:childTnLst>
                                </p:cTn>
                              </p:par>
                              <p:par>
                                <p:cTn id="40" presetID="2" presetClass="entr" presetSubtype="1" fill="hold" nodeType="withEffect">
                                  <p:stCondLst>
                                    <p:cond delay="0"/>
                                  </p:stCondLst>
                                  <p:childTnLst>
                                    <p:set>
                                      <p:cBhvr>
                                        <p:cTn id="41" dur="1" fill="hold">
                                          <p:stCondLst>
                                            <p:cond delay="0"/>
                                          </p:stCondLst>
                                        </p:cTn>
                                        <p:tgtEl>
                                          <p:spTgt spid="534"/>
                                        </p:tgtEl>
                                        <p:attrNameLst>
                                          <p:attrName>style.visibility</p:attrName>
                                        </p:attrNameLst>
                                      </p:cBhvr>
                                      <p:to>
                                        <p:strVal val="visible"/>
                                      </p:to>
                                    </p:set>
                                    <p:anim calcmode="lin" valueType="num">
                                      <p:cBhvr additive="base">
                                        <p:cTn id="42" dur="250"/>
                                        <p:tgtEl>
                                          <p:spTgt spid="534"/>
                                        </p:tgtEl>
                                        <p:attrNameLst>
                                          <p:attrName>ppt_y</p:attrName>
                                        </p:attrNameLst>
                                      </p:cBhvr>
                                      <p:tavLst>
                                        <p:tav tm="0">
                                          <p:val>
                                            <p:strVal val="#ppt_y-1"/>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535"/>
                                        </p:tgtEl>
                                        <p:attrNameLst>
                                          <p:attrName>style.visibility</p:attrName>
                                        </p:attrNameLst>
                                      </p:cBhvr>
                                      <p:to>
                                        <p:strVal val="visible"/>
                                      </p:to>
                                    </p:set>
                                    <p:anim calcmode="lin" valueType="num">
                                      <p:cBhvr additive="base">
                                        <p:cTn id="45" dur="250"/>
                                        <p:tgtEl>
                                          <p:spTgt spid="535"/>
                                        </p:tgtEl>
                                        <p:attrNameLst>
                                          <p:attrName>ppt_y</p:attrName>
                                        </p:attrNameLst>
                                      </p:cBhvr>
                                      <p:tavLst>
                                        <p:tav tm="0">
                                          <p:val>
                                            <p:strVal val="#ppt_y-1"/>
                                          </p:val>
                                        </p:tav>
                                        <p:tav tm="100000">
                                          <p:val>
                                            <p:strVal val="#ppt_y"/>
                                          </p:val>
                                        </p:tav>
                                      </p:tavLst>
                                    </p:anim>
                                  </p:childTnLst>
                                </p:cTn>
                              </p:par>
                              <p:par>
                                <p:cTn id="46" presetID="2" presetClass="entr" presetSubtype="1" fill="hold" nodeType="withEffect">
                                  <p:stCondLst>
                                    <p:cond delay="0"/>
                                  </p:stCondLst>
                                  <p:childTnLst>
                                    <p:set>
                                      <p:cBhvr>
                                        <p:cTn id="47" dur="1" fill="hold">
                                          <p:stCondLst>
                                            <p:cond delay="0"/>
                                          </p:stCondLst>
                                        </p:cTn>
                                        <p:tgtEl>
                                          <p:spTgt spid="536"/>
                                        </p:tgtEl>
                                        <p:attrNameLst>
                                          <p:attrName>style.visibility</p:attrName>
                                        </p:attrNameLst>
                                      </p:cBhvr>
                                      <p:to>
                                        <p:strVal val="visible"/>
                                      </p:to>
                                    </p:set>
                                    <p:anim calcmode="lin" valueType="num">
                                      <p:cBhvr additive="base">
                                        <p:cTn id="48" dur="250"/>
                                        <p:tgtEl>
                                          <p:spTgt spid="536"/>
                                        </p:tgtEl>
                                        <p:attrNameLst>
                                          <p:attrName>ppt_y</p:attrName>
                                        </p:attrNameLst>
                                      </p:cBhvr>
                                      <p:tavLst>
                                        <p:tav tm="0">
                                          <p:val>
                                            <p:strVal val="#ppt_y-1"/>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537"/>
                                        </p:tgtEl>
                                        <p:attrNameLst>
                                          <p:attrName>style.visibility</p:attrName>
                                        </p:attrNameLst>
                                      </p:cBhvr>
                                      <p:to>
                                        <p:strVal val="visible"/>
                                      </p:to>
                                    </p:set>
                                    <p:anim calcmode="lin" valueType="num">
                                      <p:cBhvr additive="base">
                                        <p:cTn id="51" dur="250"/>
                                        <p:tgtEl>
                                          <p:spTgt spid="537"/>
                                        </p:tgtEl>
                                        <p:attrNameLst>
                                          <p:attrName>ppt_y</p:attrName>
                                        </p:attrNameLst>
                                      </p:cBhvr>
                                      <p:tavLst>
                                        <p:tav tm="0">
                                          <p:val>
                                            <p:strVal val="#ppt_y-1"/>
                                          </p:val>
                                        </p:tav>
                                        <p:tav tm="100000">
                                          <p:val>
                                            <p:strVal val="#ppt_y"/>
                                          </p:val>
                                        </p:tav>
                                      </p:tavLst>
                                    </p:anim>
                                  </p:childTnLst>
                                </p:cTn>
                              </p:par>
                              <p:par>
                                <p:cTn id="52" presetID="2" presetClass="entr" presetSubtype="1" fill="hold" nodeType="withEffect">
                                  <p:stCondLst>
                                    <p:cond delay="0"/>
                                  </p:stCondLst>
                                  <p:childTnLst>
                                    <p:set>
                                      <p:cBhvr>
                                        <p:cTn id="53" dur="1" fill="hold">
                                          <p:stCondLst>
                                            <p:cond delay="0"/>
                                          </p:stCondLst>
                                        </p:cTn>
                                        <p:tgtEl>
                                          <p:spTgt spid="538"/>
                                        </p:tgtEl>
                                        <p:attrNameLst>
                                          <p:attrName>style.visibility</p:attrName>
                                        </p:attrNameLst>
                                      </p:cBhvr>
                                      <p:to>
                                        <p:strVal val="visible"/>
                                      </p:to>
                                    </p:set>
                                    <p:anim calcmode="lin" valueType="num">
                                      <p:cBhvr additive="base">
                                        <p:cTn id="54" dur="250"/>
                                        <p:tgtEl>
                                          <p:spTgt spid="538"/>
                                        </p:tgtEl>
                                        <p:attrNameLst>
                                          <p:attrName>ppt_y</p:attrName>
                                        </p:attrNameLst>
                                      </p:cBhvr>
                                      <p:tavLst>
                                        <p:tav tm="0">
                                          <p:val>
                                            <p:strVal val="#ppt_y-1"/>
                                          </p:val>
                                        </p:tav>
                                        <p:tav tm="100000">
                                          <p:val>
                                            <p:strVal val="#ppt_y"/>
                                          </p:val>
                                        </p:tav>
                                      </p:tavLst>
                                    </p:anim>
                                  </p:childTnLst>
                                </p:cTn>
                              </p:par>
                              <p:par>
                                <p:cTn id="55" presetID="2" presetClass="entr" presetSubtype="1" fill="hold" nodeType="withEffect">
                                  <p:stCondLst>
                                    <p:cond delay="0"/>
                                  </p:stCondLst>
                                  <p:childTnLst>
                                    <p:set>
                                      <p:cBhvr>
                                        <p:cTn id="56" dur="1" fill="hold">
                                          <p:stCondLst>
                                            <p:cond delay="0"/>
                                          </p:stCondLst>
                                        </p:cTn>
                                        <p:tgtEl>
                                          <p:spTgt spid="539"/>
                                        </p:tgtEl>
                                        <p:attrNameLst>
                                          <p:attrName>style.visibility</p:attrName>
                                        </p:attrNameLst>
                                      </p:cBhvr>
                                      <p:to>
                                        <p:strVal val="visible"/>
                                      </p:to>
                                    </p:set>
                                    <p:anim calcmode="lin" valueType="num">
                                      <p:cBhvr additive="base">
                                        <p:cTn id="57" dur="250"/>
                                        <p:tgtEl>
                                          <p:spTgt spid="539"/>
                                        </p:tgtEl>
                                        <p:attrNameLst>
                                          <p:attrName>ppt_y</p:attrName>
                                        </p:attrNameLst>
                                      </p:cBhvr>
                                      <p:tavLst>
                                        <p:tav tm="0">
                                          <p:val>
                                            <p:strVal val="#ppt_y-1"/>
                                          </p:val>
                                        </p:tav>
                                        <p:tav tm="100000">
                                          <p:val>
                                            <p:strVal val="#ppt_y"/>
                                          </p:val>
                                        </p:tav>
                                      </p:tavLst>
                                    </p:anim>
                                  </p:childTnLst>
                                </p:cTn>
                              </p:par>
                              <p:par>
                                <p:cTn id="58" presetID="2" presetClass="entr" presetSubtype="1" fill="hold" nodeType="withEffect">
                                  <p:stCondLst>
                                    <p:cond delay="0"/>
                                  </p:stCondLst>
                                  <p:childTnLst>
                                    <p:set>
                                      <p:cBhvr>
                                        <p:cTn id="59" dur="1" fill="hold">
                                          <p:stCondLst>
                                            <p:cond delay="0"/>
                                          </p:stCondLst>
                                        </p:cTn>
                                        <p:tgtEl>
                                          <p:spTgt spid="540"/>
                                        </p:tgtEl>
                                        <p:attrNameLst>
                                          <p:attrName>style.visibility</p:attrName>
                                        </p:attrNameLst>
                                      </p:cBhvr>
                                      <p:to>
                                        <p:strVal val="visible"/>
                                      </p:to>
                                    </p:set>
                                    <p:anim calcmode="lin" valueType="num">
                                      <p:cBhvr additive="base">
                                        <p:cTn id="60" dur="250"/>
                                        <p:tgtEl>
                                          <p:spTgt spid="540"/>
                                        </p:tgtEl>
                                        <p:attrNameLst>
                                          <p:attrName>ppt_y</p:attrName>
                                        </p:attrNameLst>
                                      </p:cBhvr>
                                      <p:tavLst>
                                        <p:tav tm="0">
                                          <p:val>
                                            <p:strVal val="#ppt_y-1"/>
                                          </p:val>
                                        </p:tav>
                                        <p:tav tm="100000">
                                          <p:val>
                                            <p:strVal val="#ppt_y"/>
                                          </p:val>
                                        </p:tav>
                                      </p:tavLst>
                                    </p:anim>
                                  </p:childTnLst>
                                </p:cTn>
                              </p:par>
                              <p:par>
                                <p:cTn id="61" presetID="2" presetClass="entr" presetSubtype="1" fill="hold" nodeType="withEffect">
                                  <p:stCondLst>
                                    <p:cond delay="0"/>
                                  </p:stCondLst>
                                  <p:childTnLst>
                                    <p:set>
                                      <p:cBhvr>
                                        <p:cTn id="62" dur="1" fill="hold">
                                          <p:stCondLst>
                                            <p:cond delay="0"/>
                                          </p:stCondLst>
                                        </p:cTn>
                                        <p:tgtEl>
                                          <p:spTgt spid="541"/>
                                        </p:tgtEl>
                                        <p:attrNameLst>
                                          <p:attrName>style.visibility</p:attrName>
                                        </p:attrNameLst>
                                      </p:cBhvr>
                                      <p:to>
                                        <p:strVal val="visible"/>
                                      </p:to>
                                    </p:set>
                                    <p:anim calcmode="lin" valueType="num">
                                      <p:cBhvr additive="base">
                                        <p:cTn id="63" dur="250"/>
                                        <p:tgtEl>
                                          <p:spTgt spid="541"/>
                                        </p:tgtEl>
                                        <p:attrNameLst>
                                          <p:attrName>ppt_y</p:attrName>
                                        </p:attrNameLst>
                                      </p:cBhvr>
                                      <p:tavLst>
                                        <p:tav tm="0">
                                          <p:val>
                                            <p:strVal val="#ppt_y-1"/>
                                          </p:val>
                                        </p:tav>
                                        <p:tav tm="100000">
                                          <p:val>
                                            <p:strVal val="#ppt_y"/>
                                          </p:val>
                                        </p:tav>
                                      </p:tavLst>
                                    </p:anim>
                                  </p:childTnLst>
                                </p:cTn>
                              </p:par>
                              <p:par>
                                <p:cTn id="64" presetID="2" presetClass="entr" presetSubtype="1" fill="hold" nodeType="withEffect">
                                  <p:stCondLst>
                                    <p:cond delay="0"/>
                                  </p:stCondLst>
                                  <p:childTnLst>
                                    <p:set>
                                      <p:cBhvr>
                                        <p:cTn id="65" dur="1" fill="hold">
                                          <p:stCondLst>
                                            <p:cond delay="0"/>
                                          </p:stCondLst>
                                        </p:cTn>
                                        <p:tgtEl>
                                          <p:spTgt spid="542"/>
                                        </p:tgtEl>
                                        <p:attrNameLst>
                                          <p:attrName>style.visibility</p:attrName>
                                        </p:attrNameLst>
                                      </p:cBhvr>
                                      <p:to>
                                        <p:strVal val="visible"/>
                                      </p:to>
                                    </p:set>
                                    <p:anim calcmode="lin" valueType="num">
                                      <p:cBhvr additive="base">
                                        <p:cTn id="66" dur="250"/>
                                        <p:tgtEl>
                                          <p:spTgt spid="542"/>
                                        </p:tgtEl>
                                        <p:attrNameLst>
                                          <p:attrName>ppt_y</p:attrName>
                                        </p:attrNameLst>
                                      </p:cBhvr>
                                      <p:tavLst>
                                        <p:tav tm="0">
                                          <p:val>
                                            <p:strVal val="#ppt_y-1"/>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543"/>
                                        </p:tgtEl>
                                        <p:attrNameLst>
                                          <p:attrName>style.visibility</p:attrName>
                                        </p:attrNameLst>
                                      </p:cBhvr>
                                      <p:to>
                                        <p:strVal val="visible"/>
                                      </p:to>
                                    </p:set>
                                    <p:anim calcmode="lin" valueType="num">
                                      <p:cBhvr additive="base">
                                        <p:cTn id="69" dur="250"/>
                                        <p:tgtEl>
                                          <p:spTgt spid="543"/>
                                        </p:tgtEl>
                                        <p:attrNameLst>
                                          <p:attrName>ppt_y</p:attrName>
                                        </p:attrNameLst>
                                      </p:cBhvr>
                                      <p:tavLst>
                                        <p:tav tm="0">
                                          <p:val>
                                            <p:strVal val="#ppt_y-1"/>
                                          </p:val>
                                        </p:tav>
                                        <p:tav tm="100000">
                                          <p:val>
                                            <p:strVal val="#ppt_y"/>
                                          </p:val>
                                        </p:tav>
                                      </p:tavLst>
                                    </p:anim>
                                  </p:childTnLst>
                                </p:cTn>
                              </p:par>
                              <p:par>
                                <p:cTn id="70" presetID="2" presetClass="entr" presetSubtype="1" fill="hold" nodeType="withEffect">
                                  <p:stCondLst>
                                    <p:cond delay="0"/>
                                  </p:stCondLst>
                                  <p:childTnLst>
                                    <p:set>
                                      <p:cBhvr>
                                        <p:cTn id="71" dur="1" fill="hold">
                                          <p:stCondLst>
                                            <p:cond delay="0"/>
                                          </p:stCondLst>
                                        </p:cTn>
                                        <p:tgtEl>
                                          <p:spTgt spid="544"/>
                                        </p:tgtEl>
                                        <p:attrNameLst>
                                          <p:attrName>style.visibility</p:attrName>
                                        </p:attrNameLst>
                                      </p:cBhvr>
                                      <p:to>
                                        <p:strVal val="visible"/>
                                      </p:to>
                                    </p:set>
                                    <p:anim calcmode="lin" valueType="num">
                                      <p:cBhvr additive="base">
                                        <p:cTn id="72" dur="250"/>
                                        <p:tgtEl>
                                          <p:spTgt spid="544"/>
                                        </p:tgtEl>
                                        <p:attrNameLst>
                                          <p:attrName>ppt_y</p:attrName>
                                        </p:attrNameLst>
                                      </p:cBhvr>
                                      <p:tavLst>
                                        <p:tav tm="0">
                                          <p:val>
                                            <p:strVal val="#ppt_y-1"/>
                                          </p:val>
                                        </p:tav>
                                        <p:tav tm="100000">
                                          <p:val>
                                            <p:strVal val="#ppt_y"/>
                                          </p:val>
                                        </p:tav>
                                      </p:tavLst>
                                    </p:anim>
                                  </p:childTnLst>
                                </p:cTn>
                              </p:par>
                              <p:par>
                                <p:cTn id="73" presetID="2" presetClass="entr" presetSubtype="1" fill="hold" nodeType="withEffect">
                                  <p:stCondLst>
                                    <p:cond delay="0"/>
                                  </p:stCondLst>
                                  <p:childTnLst>
                                    <p:set>
                                      <p:cBhvr>
                                        <p:cTn id="74" dur="1" fill="hold">
                                          <p:stCondLst>
                                            <p:cond delay="0"/>
                                          </p:stCondLst>
                                        </p:cTn>
                                        <p:tgtEl>
                                          <p:spTgt spid="545"/>
                                        </p:tgtEl>
                                        <p:attrNameLst>
                                          <p:attrName>style.visibility</p:attrName>
                                        </p:attrNameLst>
                                      </p:cBhvr>
                                      <p:to>
                                        <p:strVal val="visible"/>
                                      </p:to>
                                    </p:set>
                                    <p:anim calcmode="lin" valueType="num">
                                      <p:cBhvr additive="base">
                                        <p:cTn id="75" dur="250"/>
                                        <p:tgtEl>
                                          <p:spTgt spid="545"/>
                                        </p:tgtEl>
                                        <p:attrNameLst>
                                          <p:attrName>ppt_y</p:attrName>
                                        </p:attrNameLst>
                                      </p:cBhvr>
                                      <p:tavLst>
                                        <p:tav tm="0">
                                          <p:val>
                                            <p:strVal val="#ppt_y-1"/>
                                          </p:val>
                                        </p:tav>
                                        <p:tav tm="100000">
                                          <p:val>
                                            <p:strVal val="#ppt_y"/>
                                          </p:val>
                                        </p:tav>
                                      </p:tavLst>
                                    </p:anim>
                                  </p:childTnLst>
                                </p:cTn>
                              </p:par>
                              <p:par>
                                <p:cTn id="76" presetID="2" presetClass="entr" presetSubtype="1" fill="hold" nodeType="withEffect">
                                  <p:stCondLst>
                                    <p:cond delay="0"/>
                                  </p:stCondLst>
                                  <p:childTnLst>
                                    <p:set>
                                      <p:cBhvr>
                                        <p:cTn id="77" dur="1" fill="hold">
                                          <p:stCondLst>
                                            <p:cond delay="0"/>
                                          </p:stCondLst>
                                        </p:cTn>
                                        <p:tgtEl>
                                          <p:spTgt spid="546"/>
                                        </p:tgtEl>
                                        <p:attrNameLst>
                                          <p:attrName>style.visibility</p:attrName>
                                        </p:attrNameLst>
                                      </p:cBhvr>
                                      <p:to>
                                        <p:strVal val="visible"/>
                                      </p:to>
                                    </p:set>
                                    <p:anim calcmode="lin" valueType="num">
                                      <p:cBhvr additive="base">
                                        <p:cTn id="78" dur="250"/>
                                        <p:tgtEl>
                                          <p:spTgt spid="546"/>
                                        </p:tgtEl>
                                        <p:attrNameLst>
                                          <p:attrName>ppt_y</p:attrName>
                                        </p:attrNameLst>
                                      </p:cBhvr>
                                      <p:tavLst>
                                        <p:tav tm="0">
                                          <p:val>
                                            <p:strVal val="#ppt_y-1"/>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547"/>
                                        </p:tgtEl>
                                        <p:attrNameLst>
                                          <p:attrName>style.visibility</p:attrName>
                                        </p:attrNameLst>
                                      </p:cBhvr>
                                      <p:to>
                                        <p:strVal val="visible"/>
                                      </p:to>
                                    </p:set>
                                    <p:anim calcmode="lin" valueType="num">
                                      <p:cBhvr additive="base">
                                        <p:cTn id="81" dur="250"/>
                                        <p:tgtEl>
                                          <p:spTgt spid="547"/>
                                        </p:tgtEl>
                                        <p:attrNameLst>
                                          <p:attrName>ppt_y</p:attrName>
                                        </p:attrNameLst>
                                      </p:cBhvr>
                                      <p:tavLst>
                                        <p:tav tm="0">
                                          <p:val>
                                            <p:strVal val="#ppt_y-1"/>
                                          </p:val>
                                        </p:tav>
                                        <p:tav tm="100000">
                                          <p:val>
                                            <p:strVal val="#ppt_y"/>
                                          </p:val>
                                        </p:tav>
                                      </p:tavLst>
                                    </p:anim>
                                  </p:childTnLst>
                                </p:cTn>
                              </p:par>
                              <p:par>
                                <p:cTn id="82" presetID="2" presetClass="entr" presetSubtype="1" fill="hold" nodeType="withEffect">
                                  <p:stCondLst>
                                    <p:cond delay="0"/>
                                  </p:stCondLst>
                                  <p:childTnLst>
                                    <p:set>
                                      <p:cBhvr>
                                        <p:cTn id="83" dur="1" fill="hold">
                                          <p:stCondLst>
                                            <p:cond delay="0"/>
                                          </p:stCondLst>
                                        </p:cTn>
                                        <p:tgtEl>
                                          <p:spTgt spid="548"/>
                                        </p:tgtEl>
                                        <p:attrNameLst>
                                          <p:attrName>style.visibility</p:attrName>
                                        </p:attrNameLst>
                                      </p:cBhvr>
                                      <p:to>
                                        <p:strVal val="visible"/>
                                      </p:to>
                                    </p:set>
                                    <p:anim calcmode="lin" valueType="num">
                                      <p:cBhvr additive="base">
                                        <p:cTn id="84" dur="250"/>
                                        <p:tgtEl>
                                          <p:spTgt spid="548"/>
                                        </p:tgtEl>
                                        <p:attrNameLst>
                                          <p:attrName>ppt_y</p:attrName>
                                        </p:attrNameLst>
                                      </p:cBhvr>
                                      <p:tavLst>
                                        <p:tav tm="0">
                                          <p:val>
                                            <p:strVal val="#ppt_y-1"/>
                                          </p:val>
                                        </p:tav>
                                        <p:tav tm="100000">
                                          <p:val>
                                            <p:strVal val="#ppt_y"/>
                                          </p:val>
                                        </p:tav>
                                      </p:tavLst>
                                    </p:anim>
                                  </p:childTnLst>
                                </p:cTn>
                              </p:par>
                              <p:par>
                                <p:cTn id="85" presetID="2" presetClass="entr" presetSubtype="1" fill="hold" nodeType="withEffect">
                                  <p:stCondLst>
                                    <p:cond delay="0"/>
                                  </p:stCondLst>
                                  <p:childTnLst>
                                    <p:set>
                                      <p:cBhvr>
                                        <p:cTn id="86" dur="1" fill="hold">
                                          <p:stCondLst>
                                            <p:cond delay="0"/>
                                          </p:stCondLst>
                                        </p:cTn>
                                        <p:tgtEl>
                                          <p:spTgt spid="549"/>
                                        </p:tgtEl>
                                        <p:attrNameLst>
                                          <p:attrName>style.visibility</p:attrName>
                                        </p:attrNameLst>
                                      </p:cBhvr>
                                      <p:to>
                                        <p:strVal val="visible"/>
                                      </p:to>
                                    </p:set>
                                    <p:anim calcmode="lin" valueType="num">
                                      <p:cBhvr additive="base">
                                        <p:cTn id="87" dur="250"/>
                                        <p:tgtEl>
                                          <p:spTgt spid="549"/>
                                        </p:tgtEl>
                                        <p:attrNameLst>
                                          <p:attrName>ppt_y</p:attrName>
                                        </p:attrNameLst>
                                      </p:cBhvr>
                                      <p:tavLst>
                                        <p:tav tm="0">
                                          <p:val>
                                            <p:strVal val="#ppt_y-1"/>
                                          </p:val>
                                        </p:tav>
                                        <p:tav tm="100000">
                                          <p:val>
                                            <p:strVal val="#ppt_y"/>
                                          </p:val>
                                        </p:tav>
                                      </p:tavLst>
                                    </p:anim>
                                  </p:childTnLst>
                                </p:cTn>
                              </p:par>
                              <p:par>
                                <p:cTn id="88" presetID="2" presetClass="entr" presetSubtype="1" fill="hold" nodeType="withEffect">
                                  <p:stCondLst>
                                    <p:cond delay="0"/>
                                  </p:stCondLst>
                                  <p:childTnLst>
                                    <p:set>
                                      <p:cBhvr>
                                        <p:cTn id="89" dur="1" fill="hold">
                                          <p:stCondLst>
                                            <p:cond delay="0"/>
                                          </p:stCondLst>
                                        </p:cTn>
                                        <p:tgtEl>
                                          <p:spTgt spid="550"/>
                                        </p:tgtEl>
                                        <p:attrNameLst>
                                          <p:attrName>style.visibility</p:attrName>
                                        </p:attrNameLst>
                                      </p:cBhvr>
                                      <p:to>
                                        <p:strVal val="visible"/>
                                      </p:to>
                                    </p:set>
                                    <p:anim calcmode="lin" valueType="num">
                                      <p:cBhvr additive="base">
                                        <p:cTn id="90" dur="250"/>
                                        <p:tgtEl>
                                          <p:spTgt spid="550"/>
                                        </p:tgtEl>
                                        <p:attrNameLst>
                                          <p:attrName>ppt_y</p:attrName>
                                        </p:attrNameLst>
                                      </p:cBhvr>
                                      <p:tavLst>
                                        <p:tav tm="0">
                                          <p:val>
                                            <p:strVal val="#ppt_y-1"/>
                                          </p:val>
                                        </p:tav>
                                        <p:tav tm="100000">
                                          <p:val>
                                            <p:strVal val="#ppt_y"/>
                                          </p:val>
                                        </p:tav>
                                      </p:tavLst>
                                    </p:anim>
                                  </p:childTnLst>
                                </p:cTn>
                              </p:par>
                              <p:par>
                                <p:cTn id="91" presetID="2" presetClass="entr" presetSubtype="1" fill="hold" nodeType="withEffect">
                                  <p:stCondLst>
                                    <p:cond delay="0"/>
                                  </p:stCondLst>
                                  <p:childTnLst>
                                    <p:set>
                                      <p:cBhvr>
                                        <p:cTn id="92" dur="1" fill="hold">
                                          <p:stCondLst>
                                            <p:cond delay="0"/>
                                          </p:stCondLst>
                                        </p:cTn>
                                        <p:tgtEl>
                                          <p:spTgt spid="551"/>
                                        </p:tgtEl>
                                        <p:attrNameLst>
                                          <p:attrName>style.visibility</p:attrName>
                                        </p:attrNameLst>
                                      </p:cBhvr>
                                      <p:to>
                                        <p:strVal val="visible"/>
                                      </p:to>
                                    </p:set>
                                    <p:anim calcmode="lin" valueType="num">
                                      <p:cBhvr additive="base">
                                        <p:cTn id="93" dur="250"/>
                                        <p:tgtEl>
                                          <p:spTgt spid="551"/>
                                        </p:tgtEl>
                                        <p:attrNameLst>
                                          <p:attrName>ppt_y</p:attrName>
                                        </p:attrNameLst>
                                      </p:cBhvr>
                                      <p:tavLst>
                                        <p:tav tm="0">
                                          <p:val>
                                            <p:strVal val="#ppt_y-1"/>
                                          </p:val>
                                        </p:tav>
                                        <p:tav tm="100000">
                                          <p:val>
                                            <p:strVal val="#ppt_y"/>
                                          </p:val>
                                        </p:tav>
                                      </p:tavLst>
                                    </p:anim>
                                  </p:childTnLst>
                                </p:cTn>
                              </p:par>
                              <p:par>
                                <p:cTn id="94" presetID="2" presetClass="entr" presetSubtype="1" fill="hold" nodeType="withEffect">
                                  <p:stCondLst>
                                    <p:cond delay="0"/>
                                  </p:stCondLst>
                                  <p:childTnLst>
                                    <p:set>
                                      <p:cBhvr>
                                        <p:cTn id="95" dur="1" fill="hold">
                                          <p:stCondLst>
                                            <p:cond delay="0"/>
                                          </p:stCondLst>
                                        </p:cTn>
                                        <p:tgtEl>
                                          <p:spTgt spid="552"/>
                                        </p:tgtEl>
                                        <p:attrNameLst>
                                          <p:attrName>style.visibility</p:attrName>
                                        </p:attrNameLst>
                                      </p:cBhvr>
                                      <p:to>
                                        <p:strVal val="visible"/>
                                      </p:to>
                                    </p:set>
                                    <p:anim calcmode="lin" valueType="num">
                                      <p:cBhvr additive="base">
                                        <p:cTn id="96" dur="250"/>
                                        <p:tgtEl>
                                          <p:spTgt spid="552"/>
                                        </p:tgtEl>
                                        <p:attrNameLst>
                                          <p:attrName>ppt_y</p:attrName>
                                        </p:attrNameLst>
                                      </p:cBhvr>
                                      <p:tavLst>
                                        <p:tav tm="0">
                                          <p:val>
                                            <p:strVal val="#ppt_y-1"/>
                                          </p:val>
                                        </p:tav>
                                        <p:tav tm="100000">
                                          <p:val>
                                            <p:strVal val="#ppt_y"/>
                                          </p:val>
                                        </p:tav>
                                      </p:tavLst>
                                    </p:anim>
                                  </p:childTnLst>
                                </p:cTn>
                              </p:par>
                              <p:par>
                                <p:cTn id="97" presetID="2" presetClass="entr" presetSubtype="1" fill="hold" nodeType="withEffect">
                                  <p:stCondLst>
                                    <p:cond delay="0"/>
                                  </p:stCondLst>
                                  <p:childTnLst>
                                    <p:set>
                                      <p:cBhvr>
                                        <p:cTn id="98" dur="1" fill="hold">
                                          <p:stCondLst>
                                            <p:cond delay="0"/>
                                          </p:stCondLst>
                                        </p:cTn>
                                        <p:tgtEl>
                                          <p:spTgt spid="553"/>
                                        </p:tgtEl>
                                        <p:attrNameLst>
                                          <p:attrName>style.visibility</p:attrName>
                                        </p:attrNameLst>
                                      </p:cBhvr>
                                      <p:to>
                                        <p:strVal val="visible"/>
                                      </p:to>
                                    </p:set>
                                    <p:anim calcmode="lin" valueType="num">
                                      <p:cBhvr additive="base">
                                        <p:cTn id="99" dur="250"/>
                                        <p:tgtEl>
                                          <p:spTgt spid="553"/>
                                        </p:tgtEl>
                                        <p:attrNameLst>
                                          <p:attrName>ppt_y</p:attrName>
                                        </p:attrNameLst>
                                      </p:cBhvr>
                                      <p:tavLst>
                                        <p:tav tm="0">
                                          <p:val>
                                            <p:strVal val="#ppt_y-1"/>
                                          </p:val>
                                        </p:tav>
                                        <p:tav tm="100000">
                                          <p:val>
                                            <p:strVal val="#ppt_y"/>
                                          </p:val>
                                        </p:tav>
                                      </p:tavLst>
                                    </p:anim>
                                  </p:childTnLst>
                                </p:cTn>
                              </p:par>
                              <p:par>
                                <p:cTn id="100" presetID="2" presetClass="entr" presetSubtype="1" fill="hold" nodeType="withEffect">
                                  <p:stCondLst>
                                    <p:cond delay="0"/>
                                  </p:stCondLst>
                                  <p:childTnLst>
                                    <p:set>
                                      <p:cBhvr>
                                        <p:cTn id="101" dur="1" fill="hold">
                                          <p:stCondLst>
                                            <p:cond delay="0"/>
                                          </p:stCondLst>
                                        </p:cTn>
                                        <p:tgtEl>
                                          <p:spTgt spid="554"/>
                                        </p:tgtEl>
                                        <p:attrNameLst>
                                          <p:attrName>style.visibility</p:attrName>
                                        </p:attrNameLst>
                                      </p:cBhvr>
                                      <p:to>
                                        <p:strVal val="visible"/>
                                      </p:to>
                                    </p:set>
                                    <p:anim calcmode="lin" valueType="num">
                                      <p:cBhvr additive="base">
                                        <p:cTn id="102" dur="250"/>
                                        <p:tgtEl>
                                          <p:spTgt spid="554"/>
                                        </p:tgtEl>
                                        <p:attrNameLst>
                                          <p:attrName>ppt_y</p:attrName>
                                        </p:attrNameLst>
                                      </p:cBhvr>
                                      <p:tavLst>
                                        <p:tav tm="0">
                                          <p:val>
                                            <p:strVal val="#ppt_y-1"/>
                                          </p:val>
                                        </p:tav>
                                        <p:tav tm="100000">
                                          <p:val>
                                            <p:strVal val="#ppt_y"/>
                                          </p:val>
                                        </p:tav>
                                      </p:tavLst>
                                    </p:anim>
                                  </p:childTnLst>
                                </p:cTn>
                              </p:par>
                              <p:par>
                                <p:cTn id="103" presetID="2" presetClass="entr" presetSubtype="1" fill="hold" nodeType="withEffect">
                                  <p:stCondLst>
                                    <p:cond delay="0"/>
                                  </p:stCondLst>
                                  <p:childTnLst>
                                    <p:set>
                                      <p:cBhvr>
                                        <p:cTn id="104" dur="1" fill="hold">
                                          <p:stCondLst>
                                            <p:cond delay="0"/>
                                          </p:stCondLst>
                                        </p:cTn>
                                        <p:tgtEl>
                                          <p:spTgt spid="555"/>
                                        </p:tgtEl>
                                        <p:attrNameLst>
                                          <p:attrName>style.visibility</p:attrName>
                                        </p:attrNameLst>
                                      </p:cBhvr>
                                      <p:to>
                                        <p:strVal val="visible"/>
                                      </p:to>
                                    </p:set>
                                    <p:anim calcmode="lin" valueType="num">
                                      <p:cBhvr additive="base">
                                        <p:cTn id="105" dur="250"/>
                                        <p:tgtEl>
                                          <p:spTgt spid="555"/>
                                        </p:tgtEl>
                                        <p:attrNameLst>
                                          <p:attrName>ppt_y</p:attrName>
                                        </p:attrNameLst>
                                      </p:cBhvr>
                                      <p:tavLst>
                                        <p:tav tm="0">
                                          <p:val>
                                            <p:strVal val="#ppt_y-1"/>
                                          </p:val>
                                        </p:tav>
                                        <p:tav tm="100000">
                                          <p:val>
                                            <p:strVal val="#ppt_y"/>
                                          </p:val>
                                        </p:tav>
                                      </p:tavLst>
                                    </p:anim>
                                  </p:childTnLst>
                                </p:cTn>
                              </p:par>
                              <p:par>
                                <p:cTn id="106" presetID="2" presetClass="entr" presetSubtype="1" fill="hold" nodeType="withEffect">
                                  <p:stCondLst>
                                    <p:cond delay="0"/>
                                  </p:stCondLst>
                                  <p:childTnLst>
                                    <p:set>
                                      <p:cBhvr>
                                        <p:cTn id="107" dur="1" fill="hold">
                                          <p:stCondLst>
                                            <p:cond delay="0"/>
                                          </p:stCondLst>
                                        </p:cTn>
                                        <p:tgtEl>
                                          <p:spTgt spid="556"/>
                                        </p:tgtEl>
                                        <p:attrNameLst>
                                          <p:attrName>style.visibility</p:attrName>
                                        </p:attrNameLst>
                                      </p:cBhvr>
                                      <p:to>
                                        <p:strVal val="visible"/>
                                      </p:to>
                                    </p:set>
                                    <p:anim calcmode="lin" valueType="num">
                                      <p:cBhvr additive="base">
                                        <p:cTn id="108" dur="250"/>
                                        <p:tgtEl>
                                          <p:spTgt spid="556"/>
                                        </p:tgtEl>
                                        <p:attrNameLst>
                                          <p:attrName>ppt_y</p:attrName>
                                        </p:attrNameLst>
                                      </p:cBhvr>
                                      <p:tavLst>
                                        <p:tav tm="0">
                                          <p:val>
                                            <p:strVal val="#ppt_y-1"/>
                                          </p:val>
                                        </p:tav>
                                        <p:tav tm="100000">
                                          <p:val>
                                            <p:strVal val="#ppt_y"/>
                                          </p:val>
                                        </p:tav>
                                      </p:tavLst>
                                    </p:anim>
                                  </p:childTnLst>
                                </p:cTn>
                              </p:par>
                              <p:par>
                                <p:cTn id="109" presetID="2" presetClass="entr" presetSubtype="1" fill="hold" nodeType="withEffect">
                                  <p:stCondLst>
                                    <p:cond delay="0"/>
                                  </p:stCondLst>
                                  <p:childTnLst>
                                    <p:set>
                                      <p:cBhvr>
                                        <p:cTn id="110" dur="1" fill="hold">
                                          <p:stCondLst>
                                            <p:cond delay="0"/>
                                          </p:stCondLst>
                                        </p:cTn>
                                        <p:tgtEl>
                                          <p:spTgt spid="561"/>
                                        </p:tgtEl>
                                        <p:attrNameLst>
                                          <p:attrName>style.visibility</p:attrName>
                                        </p:attrNameLst>
                                      </p:cBhvr>
                                      <p:to>
                                        <p:strVal val="visible"/>
                                      </p:to>
                                    </p:set>
                                    <p:anim calcmode="lin" valueType="num">
                                      <p:cBhvr additive="base">
                                        <p:cTn id="111" dur="250"/>
                                        <p:tgtEl>
                                          <p:spTgt spid="561"/>
                                        </p:tgtEl>
                                        <p:attrNameLst>
                                          <p:attrName>ppt_y</p:attrName>
                                        </p:attrNameLst>
                                      </p:cBhvr>
                                      <p:tavLst>
                                        <p:tav tm="0">
                                          <p:val>
                                            <p:strVal val="#ppt_y-1"/>
                                          </p:val>
                                        </p:tav>
                                        <p:tav tm="100000">
                                          <p:val>
                                            <p:strVal val="#ppt_y"/>
                                          </p:val>
                                        </p:tav>
                                      </p:tavLst>
                                    </p:anim>
                                  </p:childTnLst>
                                </p:cTn>
                              </p:par>
                              <p:par>
                                <p:cTn id="112" presetID="2" presetClass="entr" presetSubtype="1" fill="hold" nodeType="withEffect">
                                  <p:stCondLst>
                                    <p:cond delay="0"/>
                                  </p:stCondLst>
                                  <p:childTnLst>
                                    <p:set>
                                      <p:cBhvr>
                                        <p:cTn id="113" dur="1" fill="hold">
                                          <p:stCondLst>
                                            <p:cond delay="0"/>
                                          </p:stCondLst>
                                        </p:cTn>
                                        <p:tgtEl>
                                          <p:spTgt spid="558"/>
                                        </p:tgtEl>
                                        <p:attrNameLst>
                                          <p:attrName>style.visibility</p:attrName>
                                        </p:attrNameLst>
                                      </p:cBhvr>
                                      <p:to>
                                        <p:strVal val="visible"/>
                                      </p:to>
                                    </p:set>
                                    <p:anim calcmode="lin" valueType="num">
                                      <p:cBhvr additive="base">
                                        <p:cTn id="114" dur="250"/>
                                        <p:tgtEl>
                                          <p:spTgt spid="558"/>
                                        </p:tgtEl>
                                        <p:attrNameLst>
                                          <p:attrName>ppt_y</p:attrName>
                                        </p:attrNameLst>
                                      </p:cBhvr>
                                      <p:tavLst>
                                        <p:tav tm="0">
                                          <p:val>
                                            <p:strVal val="#ppt_y-1"/>
                                          </p:val>
                                        </p:tav>
                                        <p:tav tm="100000">
                                          <p:val>
                                            <p:strVal val="#ppt_y"/>
                                          </p:val>
                                        </p:tav>
                                      </p:tavLst>
                                    </p:anim>
                                  </p:childTnLst>
                                </p:cTn>
                              </p:par>
                              <p:par>
                                <p:cTn id="115" presetID="2" presetClass="entr" presetSubtype="1" fill="hold" nodeType="withEffect">
                                  <p:stCondLst>
                                    <p:cond delay="0"/>
                                  </p:stCondLst>
                                  <p:childTnLst>
                                    <p:set>
                                      <p:cBhvr>
                                        <p:cTn id="116" dur="1" fill="hold">
                                          <p:stCondLst>
                                            <p:cond delay="0"/>
                                          </p:stCondLst>
                                        </p:cTn>
                                        <p:tgtEl>
                                          <p:spTgt spid="559"/>
                                        </p:tgtEl>
                                        <p:attrNameLst>
                                          <p:attrName>style.visibility</p:attrName>
                                        </p:attrNameLst>
                                      </p:cBhvr>
                                      <p:to>
                                        <p:strVal val="visible"/>
                                      </p:to>
                                    </p:set>
                                    <p:anim calcmode="lin" valueType="num">
                                      <p:cBhvr additive="base">
                                        <p:cTn id="117" dur="250"/>
                                        <p:tgtEl>
                                          <p:spTgt spid="559"/>
                                        </p:tgtEl>
                                        <p:attrNameLst>
                                          <p:attrName>ppt_y</p:attrName>
                                        </p:attrNameLst>
                                      </p:cBhvr>
                                      <p:tavLst>
                                        <p:tav tm="0">
                                          <p:val>
                                            <p:strVal val="#ppt_y-1"/>
                                          </p:val>
                                        </p:tav>
                                        <p:tav tm="100000">
                                          <p:val>
                                            <p:strVal val="#ppt_y"/>
                                          </p:val>
                                        </p:tav>
                                      </p:tavLst>
                                    </p:anim>
                                  </p:childTnLst>
                                </p:cTn>
                              </p:par>
                              <p:par>
                                <p:cTn id="118" presetID="2" presetClass="entr" presetSubtype="1" fill="hold" nodeType="withEffect">
                                  <p:stCondLst>
                                    <p:cond delay="0"/>
                                  </p:stCondLst>
                                  <p:childTnLst>
                                    <p:set>
                                      <p:cBhvr>
                                        <p:cTn id="119" dur="1" fill="hold">
                                          <p:stCondLst>
                                            <p:cond delay="0"/>
                                          </p:stCondLst>
                                        </p:cTn>
                                        <p:tgtEl>
                                          <p:spTgt spid="560"/>
                                        </p:tgtEl>
                                        <p:attrNameLst>
                                          <p:attrName>style.visibility</p:attrName>
                                        </p:attrNameLst>
                                      </p:cBhvr>
                                      <p:to>
                                        <p:strVal val="visible"/>
                                      </p:to>
                                    </p:set>
                                    <p:anim calcmode="lin" valueType="num">
                                      <p:cBhvr additive="base">
                                        <p:cTn id="120" dur="250"/>
                                        <p:tgtEl>
                                          <p:spTgt spid="560"/>
                                        </p:tgtEl>
                                        <p:attrNameLst>
                                          <p:attrName>ppt_y</p:attrName>
                                        </p:attrNameLst>
                                      </p:cBhvr>
                                      <p:tavLst>
                                        <p:tav tm="0">
                                          <p:val>
                                            <p:strVal val="#ppt_y-1"/>
                                          </p:val>
                                        </p:tav>
                                        <p:tav tm="100000">
                                          <p:val>
                                            <p:strVal val="#ppt_y"/>
                                          </p:val>
                                        </p:tav>
                                      </p:tavLst>
                                    </p:anim>
                                  </p:childTnLst>
                                </p:cTn>
                              </p:par>
                              <p:par>
                                <p:cTn id="121" presetID="2" presetClass="entr" presetSubtype="1" fill="hold" nodeType="withEffect">
                                  <p:stCondLst>
                                    <p:cond delay="0"/>
                                  </p:stCondLst>
                                  <p:childTnLst>
                                    <p:set>
                                      <p:cBhvr>
                                        <p:cTn id="122" dur="1" fill="hold">
                                          <p:stCondLst>
                                            <p:cond delay="0"/>
                                          </p:stCondLst>
                                        </p:cTn>
                                        <p:tgtEl>
                                          <p:spTgt spid="561"/>
                                        </p:tgtEl>
                                        <p:attrNameLst>
                                          <p:attrName>style.visibility</p:attrName>
                                        </p:attrNameLst>
                                      </p:cBhvr>
                                      <p:to>
                                        <p:strVal val="visible"/>
                                      </p:to>
                                    </p:set>
                                    <p:anim calcmode="lin" valueType="num">
                                      <p:cBhvr additive="base">
                                        <p:cTn id="123" dur="250"/>
                                        <p:tgtEl>
                                          <p:spTgt spid="561"/>
                                        </p:tgtEl>
                                        <p:attrNameLst>
                                          <p:attrName>ppt_y</p:attrName>
                                        </p:attrNameLst>
                                      </p:cBhvr>
                                      <p:tavLst>
                                        <p:tav tm="0">
                                          <p:val>
                                            <p:strVal val="#ppt_y-1"/>
                                          </p:val>
                                        </p:tav>
                                        <p:tav tm="100000">
                                          <p:val>
                                            <p:strVal val="#ppt_y"/>
                                          </p:val>
                                        </p:tav>
                                      </p:tavLst>
                                    </p:anim>
                                  </p:childTnLst>
                                </p:cTn>
                              </p:par>
                              <p:par>
                                <p:cTn id="124" presetID="2" presetClass="entr" presetSubtype="1" fill="hold" nodeType="withEffect">
                                  <p:stCondLst>
                                    <p:cond delay="0"/>
                                  </p:stCondLst>
                                  <p:childTnLst>
                                    <p:set>
                                      <p:cBhvr>
                                        <p:cTn id="125" dur="1" fill="hold">
                                          <p:stCondLst>
                                            <p:cond delay="0"/>
                                          </p:stCondLst>
                                        </p:cTn>
                                        <p:tgtEl>
                                          <p:spTgt spid="562"/>
                                        </p:tgtEl>
                                        <p:attrNameLst>
                                          <p:attrName>style.visibility</p:attrName>
                                        </p:attrNameLst>
                                      </p:cBhvr>
                                      <p:to>
                                        <p:strVal val="visible"/>
                                      </p:to>
                                    </p:set>
                                    <p:anim calcmode="lin" valueType="num">
                                      <p:cBhvr additive="base">
                                        <p:cTn id="126" dur="250"/>
                                        <p:tgtEl>
                                          <p:spTgt spid="562"/>
                                        </p:tgtEl>
                                        <p:attrNameLst>
                                          <p:attrName>ppt_y</p:attrName>
                                        </p:attrNameLst>
                                      </p:cBhvr>
                                      <p:tavLst>
                                        <p:tav tm="0">
                                          <p:val>
                                            <p:strVal val="#ppt_y-1"/>
                                          </p:val>
                                        </p:tav>
                                        <p:tav tm="100000">
                                          <p:val>
                                            <p:strVal val="#ppt_y"/>
                                          </p:val>
                                        </p:tav>
                                      </p:tavLst>
                                    </p:anim>
                                  </p:childTnLst>
                                </p:cTn>
                              </p:par>
                              <p:par>
                                <p:cTn id="127" presetID="2" presetClass="entr" presetSubtype="1" fill="hold" nodeType="withEffect">
                                  <p:stCondLst>
                                    <p:cond delay="0"/>
                                  </p:stCondLst>
                                  <p:childTnLst>
                                    <p:set>
                                      <p:cBhvr>
                                        <p:cTn id="128" dur="1" fill="hold">
                                          <p:stCondLst>
                                            <p:cond delay="0"/>
                                          </p:stCondLst>
                                        </p:cTn>
                                        <p:tgtEl>
                                          <p:spTgt spid="557"/>
                                        </p:tgtEl>
                                        <p:attrNameLst>
                                          <p:attrName>style.visibility</p:attrName>
                                        </p:attrNameLst>
                                      </p:cBhvr>
                                      <p:to>
                                        <p:strVal val="visible"/>
                                      </p:to>
                                    </p:set>
                                    <p:anim calcmode="lin" valueType="num">
                                      <p:cBhvr additive="base">
                                        <p:cTn id="129" dur="250"/>
                                        <p:tgtEl>
                                          <p:spTgt spid="5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9"/>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568" name="Google Shape;568;p19"/>
          <p:cNvGrpSpPr/>
          <p:nvPr/>
        </p:nvGrpSpPr>
        <p:grpSpPr>
          <a:xfrm>
            <a:off x="174713" y="1882618"/>
            <a:ext cx="11937048" cy="895278"/>
            <a:chOff x="0" y="727498"/>
            <a:chExt cx="11937048" cy="895278"/>
          </a:xfrm>
        </p:grpSpPr>
        <p:sp>
          <p:nvSpPr>
            <p:cNvPr id="569" name="Google Shape;569;p19"/>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9"/>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571" name="Google Shape;571;p19"/>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9"/>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73" name="Google Shape;573;p19"/>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9"/>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575" name="Google Shape;575;p19"/>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9"/>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77" name="Google Shape;577;p19"/>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9"/>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579" name="Google Shape;579;p19"/>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9"/>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81" name="Google Shape;581;p19"/>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9"/>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583" name="Google Shape;583;p19"/>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9"/>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85" name="Google Shape;585;p19"/>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9"/>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587" name="Google Shape;587;p19"/>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9"/>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589" name="Google Shape;589;p19"/>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9"/>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591" name="Google Shape;591;p19"/>
          <p:cNvGrpSpPr/>
          <p:nvPr/>
        </p:nvGrpSpPr>
        <p:grpSpPr>
          <a:xfrm>
            <a:off x="2360130" y="2917630"/>
            <a:ext cx="1376924" cy="1261156"/>
            <a:chOff x="2338216" y="2917987"/>
            <a:chExt cx="1376924" cy="1261156"/>
          </a:xfrm>
        </p:grpSpPr>
        <p:grpSp>
          <p:nvGrpSpPr>
            <p:cNvPr id="592" name="Google Shape;592;p19"/>
            <p:cNvGrpSpPr/>
            <p:nvPr/>
          </p:nvGrpSpPr>
          <p:grpSpPr>
            <a:xfrm>
              <a:off x="2338216" y="2917987"/>
              <a:ext cx="1376924" cy="1261156"/>
              <a:chOff x="2901073" y="1621694"/>
              <a:chExt cx="4833184" cy="4426824"/>
            </a:xfrm>
          </p:grpSpPr>
          <p:sp>
            <p:nvSpPr>
              <p:cNvPr id="593" name="Google Shape;593;p19"/>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94" name="Google Shape;594;p19"/>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95" name="Google Shape;595;p19"/>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6" name="Google Shape;596;p19"/>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7" name="Google Shape;597;p19"/>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8" name="Google Shape;598;p19"/>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19"/>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0" name="Google Shape;600;p19"/>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1" name="Google Shape;601;p19"/>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2" name="Google Shape;602;p19"/>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3" name="Google Shape;603;p19"/>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4" name="Google Shape;604;p19"/>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5" name="Google Shape;605;p19"/>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6" name="Google Shape;606;p19"/>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7" name="Google Shape;607;p19"/>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8" name="Google Shape;608;p19"/>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9" name="Google Shape;609;p19"/>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0" name="Google Shape;610;p19"/>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1" name="Google Shape;611;p19"/>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2" name="Google Shape;612;p19"/>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3" name="Google Shape;613;p19"/>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4" name="Google Shape;614;p19"/>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5" name="Google Shape;615;p19"/>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6" name="Google Shape;616;p19"/>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7" name="Google Shape;617;p19"/>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19"/>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9" name="Google Shape;619;p19"/>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19"/>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1" name="Google Shape;621;p19"/>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2" name="Google Shape;622;p19"/>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3" name="Google Shape;623;p19"/>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19"/>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19"/>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6" name="Google Shape;626;p19"/>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7" name="Google Shape;627;p19"/>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19"/>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19"/>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19"/>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1" name="Google Shape;631;p19"/>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19"/>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20"/>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638" name="Google Shape;638;p20"/>
          <p:cNvGrpSpPr/>
          <p:nvPr/>
        </p:nvGrpSpPr>
        <p:grpSpPr>
          <a:xfrm>
            <a:off x="174713" y="1882618"/>
            <a:ext cx="11937048" cy="895278"/>
            <a:chOff x="0" y="727498"/>
            <a:chExt cx="11937048" cy="895278"/>
          </a:xfrm>
        </p:grpSpPr>
        <p:sp>
          <p:nvSpPr>
            <p:cNvPr id="639" name="Google Shape;639;p20"/>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641" name="Google Shape;641;p20"/>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643" name="Google Shape;643;p20"/>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645" name="Google Shape;645;p20"/>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647" name="Google Shape;647;p20"/>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649" name="Google Shape;649;p20"/>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651" name="Google Shape;651;p20"/>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653" name="Google Shape;653;p20"/>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655" name="Google Shape;655;p20"/>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657" name="Google Shape;657;p20"/>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659" name="Google Shape;659;p20"/>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661" name="Google Shape;661;p20"/>
          <p:cNvGrpSpPr/>
          <p:nvPr/>
        </p:nvGrpSpPr>
        <p:grpSpPr>
          <a:xfrm>
            <a:off x="4433234" y="2875336"/>
            <a:ext cx="1376924" cy="1261156"/>
            <a:chOff x="2338216" y="2917987"/>
            <a:chExt cx="1376924" cy="1261156"/>
          </a:xfrm>
        </p:grpSpPr>
        <p:grpSp>
          <p:nvGrpSpPr>
            <p:cNvPr id="662" name="Google Shape;662;p20"/>
            <p:cNvGrpSpPr/>
            <p:nvPr/>
          </p:nvGrpSpPr>
          <p:grpSpPr>
            <a:xfrm>
              <a:off x="2338216" y="2917987"/>
              <a:ext cx="1376924" cy="1261156"/>
              <a:chOff x="2901073" y="1621694"/>
              <a:chExt cx="4833184" cy="4426824"/>
            </a:xfrm>
          </p:grpSpPr>
          <p:sp>
            <p:nvSpPr>
              <p:cNvPr id="663" name="Google Shape;663;p2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64" name="Google Shape;664;p2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65" name="Google Shape;665;p20"/>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6" name="Google Shape;666;p20"/>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20"/>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8" name="Google Shape;668;p20"/>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9" name="Google Shape;669;p20"/>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0" name="Google Shape;670;p20"/>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1" name="Google Shape;671;p20"/>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2" name="Google Shape;672;p20"/>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3" name="Google Shape;673;p20"/>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4" name="Google Shape;674;p20"/>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5" name="Google Shape;675;p20"/>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6" name="Google Shape;676;p20"/>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7" name="Google Shape;677;p20"/>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20"/>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9" name="Google Shape;679;p20"/>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0" name="Google Shape;680;p20"/>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1" name="Google Shape;681;p20"/>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2" name="Google Shape;682;p20"/>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3" name="Google Shape;683;p20"/>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20"/>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20"/>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6" name="Google Shape;686;p20"/>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7" name="Google Shape;687;p20"/>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8" name="Google Shape;688;p20"/>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9" name="Google Shape;689;p20"/>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0" name="Google Shape;690;p20"/>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1" name="Google Shape;691;p20"/>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2" name="Google Shape;692;p20"/>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3" name="Google Shape;693;p20"/>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4" name="Google Shape;694;p20"/>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5" name="Google Shape;695;p20"/>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6" name="Google Shape;696;p20"/>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7" name="Google Shape;697;p20"/>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8" name="Google Shape;698;p20"/>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9" name="Google Shape;699;p20"/>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0" name="Google Shape;700;p20"/>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1" name="Google Shape;701;p20"/>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2" name="Google Shape;702;p20"/>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21"/>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708" name="Google Shape;708;p21"/>
          <p:cNvGrpSpPr/>
          <p:nvPr/>
        </p:nvGrpSpPr>
        <p:grpSpPr>
          <a:xfrm>
            <a:off x="174713" y="1882618"/>
            <a:ext cx="11937048" cy="895278"/>
            <a:chOff x="0" y="727498"/>
            <a:chExt cx="11937048" cy="895278"/>
          </a:xfrm>
        </p:grpSpPr>
        <p:sp>
          <p:nvSpPr>
            <p:cNvPr id="709" name="Google Shape;709;p21"/>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1"/>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711" name="Google Shape;711;p21"/>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1"/>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13" name="Google Shape;713;p21"/>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1"/>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715" name="Google Shape;715;p21"/>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1"/>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17" name="Google Shape;717;p21"/>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1"/>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719" name="Google Shape;719;p21"/>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1"/>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21" name="Google Shape;721;p21"/>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1"/>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723" name="Google Shape;723;p21"/>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1"/>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25" name="Google Shape;725;p21"/>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1"/>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727" name="Google Shape;727;p21"/>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1"/>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29" name="Google Shape;729;p21"/>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1"/>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731" name="Google Shape;731;p21"/>
          <p:cNvGrpSpPr/>
          <p:nvPr/>
        </p:nvGrpSpPr>
        <p:grpSpPr>
          <a:xfrm>
            <a:off x="6516677" y="2874818"/>
            <a:ext cx="1376924" cy="1261156"/>
            <a:chOff x="2338216" y="2917987"/>
            <a:chExt cx="1376924" cy="1261156"/>
          </a:xfrm>
        </p:grpSpPr>
        <p:grpSp>
          <p:nvGrpSpPr>
            <p:cNvPr id="732" name="Google Shape;732;p21"/>
            <p:cNvGrpSpPr/>
            <p:nvPr/>
          </p:nvGrpSpPr>
          <p:grpSpPr>
            <a:xfrm>
              <a:off x="2338216" y="2917987"/>
              <a:ext cx="1376924" cy="1261156"/>
              <a:chOff x="2901073" y="1621694"/>
              <a:chExt cx="4833184" cy="4426824"/>
            </a:xfrm>
          </p:grpSpPr>
          <p:sp>
            <p:nvSpPr>
              <p:cNvPr id="733" name="Google Shape;733;p2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34" name="Google Shape;734;p2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735" name="Google Shape;735;p21"/>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6" name="Google Shape;736;p21"/>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7" name="Google Shape;737;p21"/>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8" name="Google Shape;738;p21"/>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9" name="Google Shape;739;p21"/>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0" name="Google Shape;740;p21"/>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1" name="Google Shape;741;p21"/>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2" name="Google Shape;742;p21"/>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3" name="Google Shape;743;p21"/>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4" name="Google Shape;744;p21"/>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5" name="Google Shape;745;p21"/>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6" name="Google Shape;746;p21"/>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7" name="Google Shape;747;p21"/>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8" name="Google Shape;748;p21"/>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9" name="Google Shape;749;p21"/>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0" name="Google Shape;750;p21"/>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1" name="Google Shape;751;p21"/>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2" name="Google Shape;752;p21"/>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3" name="Google Shape;753;p21"/>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4" name="Google Shape;754;p21"/>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5" name="Google Shape;755;p21"/>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6" name="Google Shape;756;p21"/>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7" name="Google Shape;757;p21"/>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8" name="Google Shape;758;p21"/>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9" name="Google Shape;759;p21"/>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0" name="Google Shape;760;p21"/>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1" name="Google Shape;761;p21"/>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2" name="Google Shape;762;p21"/>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3" name="Google Shape;763;p21"/>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4" name="Google Shape;764;p21"/>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5" name="Google Shape;765;p21"/>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6" name="Google Shape;766;p21"/>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7" name="Google Shape;767;p21"/>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8" name="Google Shape;768;p21"/>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9" name="Google Shape;769;p21"/>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0" name="Google Shape;770;p21"/>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1" name="Google Shape;771;p21"/>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2" name="Google Shape;772;p21"/>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22"/>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778" name="Google Shape;778;p22"/>
          <p:cNvGrpSpPr/>
          <p:nvPr/>
        </p:nvGrpSpPr>
        <p:grpSpPr>
          <a:xfrm>
            <a:off x="174713" y="1882618"/>
            <a:ext cx="11937048" cy="895278"/>
            <a:chOff x="0" y="727498"/>
            <a:chExt cx="11937048" cy="895278"/>
          </a:xfrm>
        </p:grpSpPr>
        <p:sp>
          <p:nvSpPr>
            <p:cNvPr id="779" name="Google Shape;779;p22"/>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2"/>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781" name="Google Shape;781;p22"/>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2"/>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83" name="Google Shape;783;p22"/>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2"/>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785" name="Google Shape;785;p22"/>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2"/>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87" name="Google Shape;787;p22"/>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2"/>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789" name="Google Shape;789;p22"/>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2"/>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91" name="Google Shape;791;p22"/>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2"/>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793" name="Google Shape;793;p22"/>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2"/>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95" name="Google Shape;795;p22"/>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2"/>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797" name="Google Shape;797;p22"/>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2"/>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799" name="Google Shape;799;p22"/>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2"/>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801" name="Google Shape;801;p22"/>
          <p:cNvGrpSpPr/>
          <p:nvPr/>
        </p:nvGrpSpPr>
        <p:grpSpPr>
          <a:xfrm>
            <a:off x="8542247" y="2874818"/>
            <a:ext cx="1376924" cy="1261156"/>
            <a:chOff x="2338216" y="2917987"/>
            <a:chExt cx="1376924" cy="1261156"/>
          </a:xfrm>
        </p:grpSpPr>
        <p:grpSp>
          <p:nvGrpSpPr>
            <p:cNvPr id="802" name="Google Shape;802;p22"/>
            <p:cNvGrpSpPr/>
            <p:nvPr/>
          </p:nvGrpSpPr>
          <p:grpSpPr>
            <a:xfrm>
              <a:off x="2338216" y="2917987"/>
              <a:ext cx="1376924" cy="1261156"/>
              <a:chOff x="2901073" y="1621694"/>
              <a:chExt cx="4833184" cy="4426824"/>
            </a:xfrm>
          </p:grpSpPr>
          <p:sp>
            <p:nvSpPr>
              <p:cNvPr id="803" name="Google Shape;803;p22"/>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804" name="Google Shape;804;p22"/>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805" name="Google Shape;805;p22"/>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6" name="Google Shape;806;p22"/>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7" name="Google Shape;807;p22"/>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8" name="Google Shape;808;p22"/>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9" name="Google Shape;809;p22"/>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0" name="Google Shape;810;p22"/>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1" name="Google Shape;811;p22"/>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2" name="Google Shape;812;p22"/>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22"/>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4" name="Google Shape;814;p22"/>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5" name="Google Shape;815;p22"/>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6" name="Google Shape;816;p22"/>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22"/>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8" name="Google Shape;818;p22"/>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9" name="Google Shape;819;p22"/>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0" name="Google Shape;820;p22"/>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1" name="Google Shape;821;p22"/>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2" name="Google Shape;822;p22"/>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3" name="Google Shape;823;p22"/>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22"/>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5" name="Google Shape;825;p22"/>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6" name="Google Shape;826;p22"/>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7" name="Google Shape;827;p22"/>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22"/>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9" name="Google Shape;829;p22"/>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0" name="Google Shape;830;p22"/>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1" name="Google Shape;831;p22"/>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2" name="Google Shape;832;p22"/>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3" name="Google Shape;833;p22"/>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4" name="Google Shape;834;p22"/>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5" name="Google Shape;835;p22"/>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6" name="Google Shape;836;p22"/>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7" name="Google Shape;837;p22"/>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22"/>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9" name="Google Shape;839;p22"/>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0" name="Google Shape;840;p22"/>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1" name="Google Shape;841;p22"/>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2" name="Google Shape;842;p22"/>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23"/>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848" name="Google Shape;848;p23"/>
          <p:cNvGrpSpPr/>
          <p:nvPr/>
        </p:nvGrpSpPr>
        <p:grpSpPr>
          <a:xfrm>
            <a:off x="174713" y="1882618"/>
            <a:ext cx="11937048" cy="895278"/>
            <a:chOff x="0" y="727498"/>
            <a:chExt cx="11937048" cy="895278"/>
          </a:xfrm>
        </p:grpSpPr>
        <p:sp>
          <p:nvSpPr>
            <p:cNvPr id="849" name="Google Shape;849;p23"/>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3"/>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851" name="Google Shape;851;p23"/>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3"/>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853" name="Google Shape;853;p23"/>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3"/>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855" name="Google Shape;855;p23"/>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3"/>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857" name="Google Shape;857;p23"/>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3"/>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859" name="Google Shape;859;p23"/>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3"/>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861" name="Google Shape;861;p23"/>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3"/>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863" name="Google Shape;863;p23"/>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3"/>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865" name="Google Shape;865;p23"/>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3"/>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867" name="Google Shape;867;p23"/>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3"/>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869" name="Google Shape;869;p23"/>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3"/>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871" name="Google Shape;871;p23"/>
          <p:cNvGrpSpPr/>
          <p:nvPr/>
        </p:nvGrpSpPr>
        <p:grpSpPr>
          <a:xfrm>
            <a:off x="10640363" y="2875411"/>
            <a:ext cx="1376924" cy="1261156"/>
            <a:chOff x="2338216" y="2917987"/>
            <a:chExt cx="1376924" cy="1261156"/>
          </a:xfrm>
        </p:grpSpPr>
        <p:grpSp>
          <p:nvGrpSpPr>
            <p:cNvPr id="872" name="Google Shape;872;p23"/>
            <p:cNvGrpSpPr/>
            <p:nvPr/>
          </p:nvGrpSpPr>
          <p:grpSpPr>
            <a:xfrm>
              <a:off x="2338216" y="2917987"/>
              <a:ext cx="1376924" cy="1261156"/>
              <a:chOff x="2901073" y="1621694"/>
              <a:chExt cx="4833184" cy="4426824"/>
            </a:xfrm>
          </p:grpSpPr>
          <p:sp>
            <p:nvSpPr>
              <p:cNvPr id="873" name="Google Shape;873;p2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874" name="Google Shape;874;p2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875" name="Google Shape;875;p23"/>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6" name="Google Shape;876;p23"/>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7" name="Google Shape;877;p23"/>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8" name="Google Shape;878;p23"/>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9" name="Google Shape;879;p23"/>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0" name="Google Shape;880;p23"/>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1" name="Google Shape;881;p23"/>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2" name="Google Shape;882;p23"/>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3" name="Google Shape;883;p23"/>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4" name="Google Shape;884;p23"/>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5" name="Google Shape;885;p23"/>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6" name="Google Shape;886;p23"/>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7" name="Google Shape;887;p23"/>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8" name="Google Shape;888;p23"/>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9" name="Google Shape;889;p23"/>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0" name="Google Shape;890;p23"/>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1" name="Google Shape;891;p23"/>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2" name="Google Shape;892;p23"/>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3" name="Google Shape;893;p23"/>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4" name="Google Shape;894;p23"/>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5" name="Google Shape;895;p23"/>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6" name="Google Shape;896;p23"/>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7" name="Google Shape;897;p23"/>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8" name="Google Shape;898;p23"/>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9" name="Google Shape;899;p23"/>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0" name="Google Shape;900;p23"/>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1" name="Google Shape;901;p23"/>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2" name="Google Shape;902;p23"/>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3" name="Google Shape;903;p23"/>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4" name="Google Shape;904;p23"/>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5" name="Google Shape;905;p23"/>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6" name="Google Shape;906;p23"/>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23"/>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8" name="Google Shape;908;p23"/>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9" name="Google Shape;909;p23"/>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0" name="Google Shape;910;p23"/>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1" name="Google Shape;911;p23"/>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2" name="Google Shape;912;p23"/>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24"/>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918" name="Google Shape;918;p24"/>
          <p:cNvGrpSpPr/>
          <p:nvPr/>
        </p:nvGrpSpPr>
        <p:grpSpPr>
          <a:xfrm>
            <a:off x="174713" y="1882618"/>
            <a:ext cx="11937048" cy="895278"/>
            <a:chOff x="0" y="727498"/>
            <a:chExt cx="11937048" cy="895278"/>
          </a:xfrm>
        </p:grpSpPr>
        <p:sp>
          <p:nvSpPr>
            <p:cNvPr id="919" name="Google Shape;919;p24"/>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921" name="Google Shape;921;p24"/>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23" name="Google Shape;923;p24"/>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925" name="Google Shape;925;p24"/>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27" name="Google Shape;927;p24"/>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929" name="Google Shape;929;p24"/>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31" name="Google Shape;931;p24"/>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933" name="Google Shape;933;p24"/>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35" name="Google Shape;935;p24"/>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937" name="Google Shape;937;p24"/>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39" name="Google Shape;939;p24"/>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941" name="Google Shape;941;p24"/>
          <p:cNvGrpSpPr/>
          <p:nvPr/>
        </p:nvGrpSpPr>
        <p:grpSpPr>
          <a:xfrm>
            <a:off x="10640363" y="2875411"/>
            <a:ext cx="1376924" cy="1261156"/>
            <a:chOff x="2338216" y="2917987"/>
            <a:chExt cx="1376924" cy="1261156"/>
          </a:xfrm>
        </p:grpSpPr>
        <p:grpSp>
          <p:nvGrpSpPr>
            <p:cNvPr id="942" name="Google Shape;942;p24"/>
            <p:cNvGrpSpPr/>
            <p:nvPr/>
          </p:nvGrpSpPr>
          <p:grpSpPr>
            <a:xfrm>
              <a:off x="2338216" y="2917987"/>
              <a:ext cx="1376924" cy="1261156"/>
              <a:chOff x="2901073" y="1621694"/>
              <a:chExt cx="4833184" cy="4426824"/>
            </a:xfrm>
          </p:grpSpPr>
          <p:sp>
            <p:nvSpPr>
              <p:cNvPr id="943" name="Google Shape;943;p2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44" name="Google Shape;944;p2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945" name="Google Shape;945;p24"/>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6" name="Google Shape;946;p24"/>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7" name="Google Shape;947;p24"/>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8" name="Google Shape;948;p24"/>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9" name="Google Shape;949;p24"/>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0" name="Google Shape;950;p24"/>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1" name="Google Shape;951;p24"/>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2" name="Google Shape;952;p24"/>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3" name="Google Shape;953;p24"/>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4" name="Google Shape;954;p24"/>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5" name="Google Shape;955;p24"/>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6" name="Google Shape;956;p24"/>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7" name="Google Shape;957;p24"/>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8" name="Google Shape;958;p24"/>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9" name="Google Shape;959;p24"/>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24"/>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1" name="Google Shape;961;p24"/>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2" name="Google Shape;962;p24"/>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3" name="Google Shape;963;p24"/>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4" name="Google Shape;964;p24"/>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5" name="Google Shape;965;p24"/>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6" name="Google Shape;966;p24"/>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7" name="Google Shape;967;p24"/>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8" name="Google Shape;968;p24"/>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24"/>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0" name="Google Shape;970;p24"/>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1" name="Google Shape;971;p24"/>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2" name="Google Shape;972;p24"/>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3" name="Google Shape;973;p24"/>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4" name="Google Shape;974;p24"/>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5" name="Google Shape;975;p24"/>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6" name="Google Shape;976;p24"/>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7" name="Google Shape;977;p24"/>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8" name="Google Shape;978;p24"/>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24"/>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24"/>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1" name="Google Shape;981;p24"/>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2" name="Google Shape;982;p24"/>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83" name="Google Shape;983;p24"/>
          <p:cNvGrpSpPr/>
          <p:nvPr/>
        </p:nvGrpSpPr>
        <p:grpSpPr>
          <a:xfrm>
            <a:off x="216214" y="2875411"/>
            <a:ext cx="1376924" cy="1261156"/>
            <a:chOff x="2901073" y="1621694"/>
            <a:chExt cx="4833184" cy="4426824"/>
          </a:xfrm>
        </p:grpSpPr>
        <p:sp>
          <p:nvSpPr>
            <p:cNvPr id="984" name="Google Shape;984;p2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85" name="Google Shape;985;p2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86" name="Google Shape;986;p24"/>
          <p:cNvGrpSpPr/>
          <p:nvPr/>
        </p:nvGrpSpPr>
        <p:grpSpPr>
          <a:xfrm>
            <a:off x="215364" y="4372452"/>
            <a:ext cx="1376924" cy="1261156"/>
            <a:chOff x="2901073" y="1621694"/>
            <a:chExt cx="4833184" cy="4426824"/>
          </a:xfrm>
        </p:grpSpPr>
        <p:sp>
          <p:nvSpPr>
            <p:cNvPr id="987" name="Google Shape;987;p2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88" name="Google Shape;988;p2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983"/>
                                        </p:tgtEl>
                                        <p:attrNameLst>
                                          <p:attrName>style.visibility</p:attrName>
                                        </p:attrNameLst>
                                      </p:cBhvr>
                                      <p:to>
                                        <p:strVal val="visible"/>
                                      </p:to>
                                    </p:set>
                                    <p:anim calcmode="lin" valueType="num">
                                      <p:cBhvr additive="base">
                                        <p:cTn id="7" dur="250"/>
                                        <p:tgtEl>
                                          <p:spTgt spid="983"/>
                                        </p:tgtEl>
                                        <p:attrNameLst>
                                          <p:attrName>ppt_y</p:attrName>
                                        </p:attrNameLst>
                                      </p:cBhvr>
                                      <p:tavLst>
                                        <p:tav tm="0">
                                          <p:val>
                                            <p:strVal val="#ppt_y-1"/>
                                          </p:val>
                                        </p:tav>
                                        <p:tav tm="100000">
                                          <p:val>
                                            <p:strVal val="#ppt_y"/>
                                          </p:val>
                                        </p:tav>
                                      </p:tavLst>
                                    </p:anim>
                                  </p:childTnLst>
                                </p:cTn>
                              </p:par>
                            </p:childTnLst>
                          </p:cTn>
                        </p:par>
                        <p:par>
                          <p:cTn id="8" fill="hold">
                            <p:stCondLst>
                              <p:cond delay="250"/>
                            </p:stCondLst>
                            <p:childTnLst>
                              <p:par>
                                <p:cTn id="9" presetID="2" presetClass="entr" presetSubtype="1" fill="hold" nodeType="afterEffect">
                                  <p:stCondLst>
                                    <p:cond delay="0"/>
                                  </p:stCondLst>
                                  <p:childTnLst>
                                    <p:set>
                                      <p:cBhvr>
                                        <p:cTn id="10" dur="1" fill="hold">
                                          <p:stCondLst>
                                            <p:cond delay="0"/>
                                          </p:stCondLst>
                                        </p:cTn>
                                        <p:tgtEl>
                                          <p:spTgt spid="986"/>
                                        </p:tgtEl>
                                        <p:attrNameLst>
                                          <p:attrName>style.visibility</p:attrName>
                                        </p:attrNameLst>
                                      </p:cBhvr>
                                      <p:to>
                                        <p:strVal val="visible"/>
                                      </p:to>
                                    </p:set>
                                    <p:anim calcmode="lin" valueType="num">
                                      <p:cBhvr additive="base">
                                        <p:cTn id="11" dur="250"/>
                                        <p:tgtEl>
                                          <p:spTgt spid="9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25"/>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994" name="Google Shape;994;p25"/>
          <p:cNvGrpSpPr/>
          <p:nvPr/>
        </p:nvGrpSpPr>
        <p:grpSpPr>
          <a:xfrm>
            <a:off x="174713" y="1882618"/>
            <a:ext cx="11937048" cy="895278"/>
            <a:chOff x="0" y="727498"/>
            <a:chExt cx="11937048" cy="895278"/>
          </a:xfrm>
        </p:grpSpPr>
        <p:sp>
          <p:nvSpPr>
            <p:cNvPr id="995" name="Google Shape;995;p25"/>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5"/>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997" name="Google Shape;997;p25"/>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5"/>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999" name="Google Shape;999;p25"/>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5"/>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001" name="Google Shape;1001;p25"/>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5"/>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003" name="Google Shape;1003;p25"/>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5"/>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005" name="Google Shape;1005;p25"/>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5"/>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007" name="Google Shape;1007;p25"/>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5"/>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009" name="Google Shape;1009;p25"/>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5"/>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011" name="Google Shape;1011;p25"/>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5"/>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013" name="Google Shape;1013;p25"/>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5"/>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015" name="Google Shape;1015;p25"/>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5"/>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017" name="Google Shape;1017;p25"/>
          <p:cNvGrpSpPr/>
          <p:nvPr/>
        </p:nvGrpSpPr>
        <p:grpSpPr>
          <a:xfrm>
            <a:off x="2345051" y="2875411"/>
            <a:ext cx="1376924" cy="1261156"/>
            <a:chOff x="2901073" y="1621694"/>
            <a:chExt cx="4833184" cy="4426824"/>
          </a:xfrm>
        </p:grpSpPr>
        <p:sp>
          <p:nvSpPr>
            <p:cNvPr id="1018" name="Google Shape;1018;p25"/>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19" name="Google Shape;1019;p25"/>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20" name="Google Shape;1020;p25"/>
          <p:cNvGrpSpPr/>
          <p:nvPr/>
        </p:nvGrpSpPr>
        <p:grpSpPr>
          <a:xfrm>
            <a:off x="2344201" y="4372452"/>
            <a:ext cx="1376924" cy="1261156"/>
            <a:chOff x="2901073" y="1621694"/>
            <a:chExt cx="4833184" cy="4426824"/>
          </a:xfrm>
        </p:grpSpPr>
        <p:sp>
          <p:nvSpPr>
            <p:cNvPr id="1021" name="Google Shape;1021;p25"/>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22" name="Google Shape;1022;p25"/>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23" name="Google Shape;1023;p25"/>
          <p:cNvGrpSpPr/>
          <p:nvPr/>
        </p:nvGrpSpPr>
        <p:grpSpPr>
          <a:xfrm>
            <a:off x="221220" y="2874818"/>
            <a:ext cx="1376924" cy="1261156"/>
            <a:chOff x="2901073" y="1621694"/>
            <a:chExt cx="4833184" cy="4426824"/>
          </a:xfrm>
        </p:grpSpPr>
        <p:sp>
          <p:nvSpPr>
            <p:cNvPr id="1024" name="Google Shape;1024;p25"/>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25" name="Google Shape;1025;p25"/>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026" name="Google Shape;1026;p25"/>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7" name="Google Shape;1027;p25"/>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8" name="Google Shape;1028;p25"/>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9" name="Google Shape;1029;p25"/>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0" name="Google Shape;1030;p25"/>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1" name="Google Shape;1031;p25"/>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2" name="Google Shape;1032;p25"/>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3" name="Google Shape;1033;p25"/>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4" name="Google Shape;1034;p25"/>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5" name="Google Shape;1035;p25"/>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6" name="Google Shape;1036;p25"/>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7" name="Google Shape;1037;p25"/>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8" name="Google Shape;1038;p25"/>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9" name="Google Shape;1039;p25"/>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0" name="Google Shape;1040;p25"/>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1" name="Google Shape;1041;p25"/>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2" name="Google Shape;1042;p25"/>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3" name="Google Shape;1043;p25"/>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4" name="Google Shape;1044;p25"/>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5" name="Google Shape;1045;p25"/>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6" name="Google Shape;1046;p25"/>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7" name="Google Shape;1047;p25"/>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8" name="Google Shape;1048;p25"/>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9" name="Google Shape;1049;p25"/>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0" name="Google Shape;1050;p25"/>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1" name="Google Shape;1051;p25"/>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2" name="Google Shape;1052;p25"/>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3" name="Google Shape;1053;p25"/>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4" name="Google Shape;1054;p25"/>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5" name="Google Shape;1055;p25"/>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6" name="Google Shape;1056;p25"/>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7" name="Google Shape;1057;p25"/>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8" name="Google Shape;1058;p25"/>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25"/>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0" name="Google Shape;1060;p25"/>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1" name="Google Shape;1061;p25"/>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2" name="Google Shape;1062;p25"/>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3" name="Google Shape;1063;p25"/>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4" name="Google Shape;1064;p25"/>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5" name="Google Shape;1065;p25"/>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6" name="Google Shape;1066;p25"/>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7" name="Google Shape;1067;p25"/>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8" name="Google Shape;1068;p25"/>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9" name="Google Shape;1069;p25"/>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0" name="Google Shape;1070;p25"/>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1" name="Google Shape;1071;p25"/>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2" name="Google Shape;1072;p25"/>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3" name="Google Shape;1073;p25"/>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4" name="Google Shape;1074;p25"/>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5" name="Google Shape;1075;p25"/>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6" name="Google Shape;1076;p25"/>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7" name="Google Shape;1077;p25"/>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8" name="Google Shape;1078;p25"/>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9" name="Google Shape;1079;p25"/>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0" name="Google Shape;1080;p25"/>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1" name="Google Shape;1081;p25"/>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2" name="Google Shape;1082;p25"/>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3" name="Google Shape;1083;p25"/>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4" name="Google Shape;1084;p25"/>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5" name="Google Shape;1085;p25"/>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6" name="Google Shape;1086;p25"/>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7" name="Google Shape;1087;p25"/>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8" name="Google Shape;1088;p25"/>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9" name="Google Shape;1089;p25"/>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0" name="Google Shape;1090;p25"/>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1" name="Google Shape;1091;p25"/>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2" name="Google Shape;1092;p25"/>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3" name="Google Shape;1093;p25"/>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4" name="Google Shape;1094;p25"/>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5" name="Google Shape;1095;p25"/>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6" name="Google Shape;1096;p25"/>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7" name="Google Shape;1097;p25"/>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8" name="Google Shape;1098;p25"/>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023"/>
                                        </p:tgtEl>
                                        <p:attrNameLst>
                                          <p:attrName>style.visibility</p:attrName>
                                        </p:attrNameLst>
                                      </p:cBhvr>
                                      <p:to>
                                        <p:strVal val="visible"/>
                                      </p:to>
                                    </p:set>
                                    <p:anim calcmode="lin" valueType="num">
                                      <p:cBhvr additive="base">
                                        <p:cTn id="7" dur="500"/>
                                        <p:tgtEl>
                                          <p:spTgt spid="1023"/>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250"/>
                                        <p:tgtEl>
                                          <p:spTgt spid="1026"/>
                                        </p:tgtEl>
                                        <p:attrNameLst>
                                          <p:attrName>ppt_y</p:attrName>
                                        </p:attrNameLst>
                                      </p:cBhvr>
                                      <p:tavLst>
                                        <p:tav tm="0">
                                          <p:val>
                                            <p:strVal val="#ppt_y-1"/>
                                          </p:val>
                                        </p:tav>
                                        <p:tav tm="100000">
                                          <p:val>
                                            <p:strVal val="#ppt_y"/>
                                          </p:val>
                                        </p:tav>
                                      </p:tavLst>
                                    </p:anim>
                                  </p:childTnLst>
                                </p:cTn>
                              </p:par>
                              <p:par>
                                <p:cTn id="12" presetID="2" presetClass="entr" presetSubtype="1" fill="hold" nodeType="withEffect">
                                  <p:stCondLst>
                                    <p:cond delay="0"/>
                                  </p:stCondLst>
                                  <p:childTnLst>
                                    <p:set>
                                      <p:cBhvr>
                                        <p:cTn id="13" dur="1" fill="hold">
                                          <p:stCondLst>
                                            <p:cond delay="0"/>
                                          </p:stCondLst>
                                        </p:cTn>
                                        <p:tgtEl>
                                          <p:spTgt spid="1027"/>
                                        </p:tgtEl>
                                        <p:attrNameLst>
                                          <p:attrName>style.visibility</p:attrName>
                                        </p:attrNameLst>
                                      </p:cBhvr>
                                      <p:to>
                                        <p:strVal val="visible"/>
                                      </p:to>
                                    </p:set>
                                    <p:anim calcmode="lin" valueType="num">
                                      <p:cBhvr additive="base">
                                        <p:cTn id="14" dur="250"/>
                                        <p:tgtEl>
                                          <p:spTgt spid="1027"/>
                                        </p:tgtEl>
                                        <p:attrNameLst>
                                          <p:attrName>ppt_y</p:attrName>
                                        </p:attrNameLst>
                                      </p:cBhvr>
                                      <p:tavLst>
                                        <p:tav tm="0">
                                          <p:val>
                                            <p:strVal val="#ppt_y-1"/>
                                          </p:val>
                                        </p:tav>
                                        <p:tav tm="100000">
                                          <p:val>
                                            <p:strVal val="#ppt_y"/>
                                          </p:val>
                                        </p:tav>
                                      </p:tavLst>
                                    </p:anim>
                                  </p:childTnLst>
                                </p:cTn>
                              </p:par>
                              <p:par>
                                <p:cTn id="15" presetID="2" presetClass="entr" presetSubtype="1"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anim calcmode="lin" valueType="num">
                                      <p:cBhvr additive="base">
                                        <p:cTn id="17" dur="250"/>
                                        <p:tgtEl>
                                          <p:spTgt spid="1028"/>
                                        </p:tgtEl>
                                        <p:attrNameLst>
                                          <p:attrName>ppt_y</p:attrName>
                                        </p:attrNameLst>
                                      </p:cBhvr>
                                      <p:tavLst>
                                        <p:tav tm="0">
                                          <p:val>
                                            <p:strVal val="#ppt_y-1"/>
                                          </p:val>
                                        </p:tav>
                                        <p:tav tm="100000">
                                          <p:val>
                                            <p:strVal val="#ppt_y"/>
                                          </p:val>
                                        </p:tav>
                                      </p:tavLst>
                                    </p:anim>
                                  </p:childTnLst>
                                </p:cTn>
                              </p:par>
                              <p:par>
                                <p:cTn id="18" presetID="2" presetClass="entr" presetSubtype="1" fill="hold" nodeType="withEffect">
                                  <p:stCondLst>
                                    <p:cond delay="0"/>
                                  </p:stCondLst>
                                  <p:childTnLst>
                                    <p:set>
                                      <p:cBhvr>
                                        <p:cTn id="19" dur="1" fill="hold">
                                          <p:stCondLst>
                                            <p:cond delay="0"/>
                                          </p:stCondLst>
                                        </p:cTn>
                                        <p:tgtEl>
                                          <p:spTgt spid="1029"/>
                                        </p:tgtEl>
                                        <p:attrNameLst>
                                          <p:attrName>style.visibility</p:attrName>
                                        </p:attrNameLst>
                                      </p:cBhvr>
                                      <p:to>
                                        <p:strVal val="visible"/>
                                      </p:to>
                                    </p:set>
                                    <p:anim calcmode="lin" valueType="num">
                                      <p:cBhvr additive="base">
                                        <p:cTn id="20" dur="250"/>
                                        <p:tgtEl>
                                          <p:spTgt spid="1029"/>
                                        </p:tgtEl>
                                        <p:attrNameLst>
                                          <p:attrName>ppt_y</p:attrName>
                                        </p:attrNameLst>
                                      </p:cBhvr>
                                      <p:tavLst>
                                        <p:tav tm="0">
                                          <p:val>
                                            <p:strVal val="#ppt_y-1"/>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1030"/>
                                        </p:tgtEl>
                                        <p:attrNameLst>
                                          <p:attrName>style.visibility</p:attrName>
                                        </p:attrNameLst>
                                      </p:cBhvr>
                                      <p:to>
                                        <p:strVal val="visible"/>
                                      </p:to>
                                    </p:set>
                                    <p:anim calcmode="lin" valueType="num">
                                      <p:cBhvr additive="base">
                                        <p:cTn id="23" dur="250"/>
                                        <p:tgtEl>
                                          <p:spTgt spid="1030"/>
                                        </p:tgtEl>
                                        <p:attrNameLst>
                                          <p:attrName>ppt_y</p:attrName>
                                        </p:attrNameLst>
                                      </p:cBhvr>
                                      <p:tavLst>
                                        <p:tav tm="0">
                                          <p:val>
                                            <p:strVal val="#ppt_y-1"/>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1031"/>
                                        </p:tgtEl>
                                        <p:attrNameLst>
                                          <p:attrName>style.visibility</p:attrName>
                                        </p:attrNameLst>
                                      </p:cBhvr>
                                      <p:to>
                                        <p:strVal val="visible"/>
                                      </p:to>
                                    </p:set>
                                    <p:anim calcmode="lin" valueType="num">
                                      <p:cBhvr additive="base">
                                        <p:cTn id="26" dur="250"/>
                                        <p:tgtEl>
                                          <p:spTgt spid="1031"/>
                                        </p:tgtEl>
                                        <p:attrNameLst>
                                          <p:attrName>ppt_y</p:attrName>
                                        </p:attrNameLst>
                                      </p:cBhvr>
                                      <p:tavLst>
                                        <p:tav tm="0">
                                          <p:val>
                                            <p:strVal val="#ppt_y-1"/>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1032"/>
                                        </p:tgtEl>
                                        <p:attrNameLst>
                                          <p:attrName>style.visibility</p:attrName>
                                        </p:attrNameLst>
                                      </p:cBhvr>
                                      <p:to>
                                        <p:strVal val="visible"/>
                                      </p:to>
                                    </p:set>
                                    <p:anim calcmode="lin" valueType="num">
                                      <p:cBhvr additive="base">
                                        <p:cTn id="29" dur="250"/>
                                        <p:tgtEl>
                                          <p:spTgt spid="1032"/>
                                        </p:tgtEl>
                                        <p:attrNameLst>
                                          <p:attrName>ppt_y</p:attrName>
                                        </p:attrNameLst>
                                      </p:cBhvr>
                                      <p:tavLst>
                                        <p:tav tm="0">
                                          <p:val>
                                            <p:strVal val="#ppt_y-1"/>
                                          </p:val>
                                        </p:tav>
                                        <p:tav tm="100000">
                                          <p:val>
                                            <p:strVal val="#ppt_y"/>
                                          </p:val>
                                        </p:tav>
                                      </p:tavLst>
                                    </p:anim>
                                  </p:childTnLst>
                                </p:cTn>
                              </p:par>
                              <p:par>
                                <p:cTn id="30" presetID="2" presetClass="entr" presetSubtype="1" fill="hold" nodeType="withEffect">
                                  <p:stCondLst>
                                    <p:cond delay="0"/>
                                  </p:stCondLst>
                                  <p:childTnLst>
                                    <p:set>
                                      <p:cBhvr>
                                        <p:cTn id="31" dur="1" fill="hold">
                                          <p:stCondLst>
                                            <p:cond delay="0"/>
                                          </p:stCondLst>
                                        </p:cTn>
                                        <p:tgtEl>
                                          <p:spTgt spid="1033"/>
                                        </p:tgtEl>
                                        <p:attrNameLst>
                                          <p:attrName>style.visibility</p:attrName>
                                        </p:attrNameLst>
                                      </p:cBhvr>
                                      <p:to>
                                        <p:strVal val="visible"/>
                                      </p:to>
                                    </p:set>
                                    <p:anim calcmode="lin" valueType="num">
                                      <p:cBhvr additive="base">
                                        <p:cTn id="32" dur="250"/>
                                        <p:tgtEl>
                                          <p:spTgt spid="1033"/>
                                        </p:tgtEl>
                                        <p:attrNameLst>
                                          <p:attrName>ppt_y</p:attrName>
                                        </p:attrNameLst>
                                      </p:cBhvr>
                                      <p:tavLst>
                                        <p:tav tm="0">
                                          <p:val>
                                            <p:strVal val="#ppt_y-1"/>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1034"/>
                                        </p:tgtEl>
                                        <p:attrNameLst>
                                          <p:attrName>style.visibility</p:attrName>
                                        </p:attrNameLst>
                                      </p:cBhvr>
                                      <p:to>
                                        <p:strVal val="visible"/>
                                      </p:to>
                                    </p:set>
                                    <p:anim calcmode="lin" valueType="num">
                                      <p:cBhvr additive="base">
                                        <p:cTn id="35" dur="250"/>
                                        <p:tgtEl>
                                          <p:spTgt spid="1034"/>
                                        </p:tgtEl>
                                        <p:attrNameLst>
                                          <p:attrName>ppt_y</p:attrName>
                                        </p:attrNameLst>
                                      </p:cBhvr>
                                      <p:tavLst>
                                        <p:tav tm="0">
                                          <p:val>
                                            <p:strVal val="#ppt_y-1"/>
                                          </p:val>
                                        </p:tav>
                                        <p:tav tm="100000">
                                          <p:val>
                                            <p:strVal val="#ppt_y"/>
                                          </p:val>
                                        </p:tav>
                                      </p:tavLst>
                                    </p:anim>
                                  </p:childTnLst>
                                </p:cTn>
                              </p:par>
                              <p:par>
                                <p:cTn id="36" presetID="2" presetClass="entr" presetSubtype="1" fill="hold" nodeType="withEffect">
                                  <p:stCondLst>
                                    <p:cond delay="0"/>
                                  </p:stCondLst>
                                  <p:childTnLst>
                                    <p:set>
                                      <p:cBhvr>
                                        <p:cTn id="37" dur="1" fill="hold">
                                          <p:stCondLst>
                                            <p:cond delay="0"/>
                                          </p:stCondLst>
                                        </p:cTn>
                                        <p:tgtEl>
                                          <p:spTgt spid="1035"/>
                                        </p:tgtEl>
                                        <p:attrNameLst>
                                          <p:attrName>style.visibility</p:attrName>
                                        </p:attrNameLst>
                                      </p:cBhvr>
                                      <p:to>
                                        <p:strVal val="visible"/>
                                      </p:to>
                                    </p:set>
                                    <p:anim calcmode="lin" valueType="num">
                                      <p:cBhvr additive="base">
                                        <p:cTn id="38" dur="250"/>
                                        <p:tgtEl>
                                          <p:spTgt spid="1035"/>
                                        </p:tgtEl>
                                        <p:attrNameLst>
                                          <p:attrName>ppt_y</p:attrName>
                                        </p:attrNameLst>
                                      </p:cBhvr>
                                      <p:tavLst>
                                        <p:tav tm="0">
                                          <p:val>
                                            <p:strVal val="#ppt_y-1"/>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1036"/>
                                        </p:tgtEl>
                                        <p:attrNameLst>
                                          <p:attrName>style.visibility</p:attrName>
                                        </p:attrNameLst>
                                      </p:cBhvr>
                                      <p:to>
                                        <p:strVal val="visible"/>
                                      </p:to>
                                    </p:set>
                                    <p:anim calcmode="lin" valueType="num">
                                      <p:cBhvr additive="base">
                                        <p:cTn id="41" dur="250"/>
                                        <p:tgtEl>
                                          <p:spTgt spid="1036"/>
                                        </p:tgtEl>
                                        <p:attrNameLst>
                                          <p:attrName>ppt_y</p:attrName>
                                        </p:attrNameLst>
                                      </p:cBhvr>
                                      <p:tavLst>
                                        <p:tav tm="0">
                                          <p:val>
                                            <p:strVal val="#ppt_y-1"/>
                                          </p:val>
                                        </p:tav>
                                        <p:tav tm="100000">
                                          <p:val>
                                            <p:strVal val="#ppt_y"/>
                                          </p:val>
                                        </p:tav>
                                      </p:tavLst>
                                    </p:anim>
                                  </p:childTnLst>
                                </p:cTn>
                              </p:par>
                              <p:par>
                                <p:cTn id="42" presetID="2" presetClass="entr" presetSubtype="1" fill="hold" nodeType="withEffect">
                                  <p:stCondLst>
                                    <p:cond delay="0"/>
                                  </p:stCondLst>
                                  <p:childTnLst>
                                    <p:set>
                                      <p:cBhvr>
                                        <p:cTn id="43" dur="1" fill="hold">
                                          <p:stCondLst>
                                            <p:cond delay="0"/>
                                          </p:stCondLst>
                                        </p:cTn>
                                        <p:tgtEl>
                                          <p:spTgt spid="1037"/>
                                        </p:tgtEl>
                                        <p:attrNameLst>
                                          <p:attrName>style.visibility</p:attrName>
                                        </p:attrNameLst>
                                      </p:cBhvr>
                                      <p:to>
                                        <p:strVal val="visible"/>
                                      </p:to>
                                    </p:set>
                                    <p:anim calcmode="lin" valueType="num">
                                      <p:cBhvr additive="base">
                                        <p:cTn id="44" dur="250"/>
                                        <p:tgtEl>
                                          <p:spTgt spid="1037"/>
                                        </p:tgtEl>
                                        <p:attrNameLst>
                                          <p:attrName>ppt_y</p:attrName>
                                        </p:attrNameLst>
                                      </p:cBhvr>
                                      <p:tavLst>
                                        <p:tav tm="0">
                                          <p:val>
                                            <p:strVal val="#ppt_y-1"/>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1038"/>
                                        </p:tgtEl>
                                        <p:attrNameLst>
                                          <p:attrName>style.visibility</p:attrName>
                                        </p:attrNameLst>
                                      </p:cBhvr>
                                      <p:to>
                                        <p:strVal val="visible"/>
                                      </p:to>
                                    </p:set>
                                    <p:anim calcmode="lin" valueType="num">
                                      <p:cBhvr additive="base">
                                        <p:cTn id="47" dur="250"/>
                                        <p:tgtEl>
                                          <p:spTgt spid="1038"/>
                                        </p:tgtEl>
                                        <p:attrNameLst>
                                          <p:attrName>ppt_y</p:attrName>
                                        </p:attrNameLst>
                                      </p:cBhvr>
                                      <p:tavLst>
                                        <p:tav tm="0">
                                          <p:val>
                                            <p:strVal val="#ppt_y-1"/>
                                          </p:val>
                                        </p:tav>
                                        <p:tav tm="100000">
                                          <p:val>
                                            <p:strVal val="#ppt_y"/>
                                          </p:val>
                                        </p:tav>
                                      </p:tavLst>
                                    </p:anim>
                                  </p:childTnLst>
                                </p:cTn>
                              </p:par>
                              <p:par>
                                <p:cTn id="48" presetID="2" presetClass="entr" presetSubtype="1" fill="hold" nodeType="withEffect">
                                  <p:stCondLst>
                                    <p:cond delay="0"/>
                                  </p:stCondLst>
                                  <p:childTnLst>
                                    <p:set>
                                      <p:cBhvr>
                                        <p:cTn id="49" dur="1" fill="hold">
                                          <p:stCondLst>
                                            <p:cond delay="0"/>
                                          </p:stCondLst>
                                        </p:cTn>
                                        <p:tgtEl>
                                          <p:spTgt spid="1039"/>
                                        </p:tgtEl>
                                        <p:attrNameLst>
                                          <p:attrName>style.visibility</p:attrName>
                                        </p:attrNameLst>
                                      </p:cBhvr>
                                      <p:to>
                                        <p:strVal val="visible"/>
                                      </p:to>
                                    </p:set>
                                    <p:anim calcmode="lin" valueType="num">
                                      <p:cBhvr additive="base">
                                        <p:cTn id="50" dur="250"/>
                                        <p:tgtEl>
                                          <p:spTgt spid="1039"/>
                                        </p:tgtEl>
                                        <p:attrNameLst>
                                          <p:attrName>ppt_y</p:attrName>
                                        </p:attrNameLst>
                                      </p:cBhvr>
                                      <p:tavLst>
                                        <p:tav tm="0">
                                          <p:val>
                                            <p:strVal val="#ppt_y-1"/>
                                          </p:val>
                                        </p:tav>
                                        <p:tav tm="100000">
                                          <p:val>
                                            <p:strVal val="#ppt_y"/>
                                          </p:val>
                                        </p:tav>
                                      </p:tavLst>
                                    </p:anim>
                                  </p:childTnLst>
                                </p:cTn>
                              </p:par>
                              <p:par>
                                <p:cTn id="51" presetID="2" presetClass="entr" presetSubtype="1" fill="hold" nodeType="withEffect">
                                  <p:stCondLst>
                                    <p:cond delay="0"/>
                                  </p:stCondLst>
                                  <p:childTnLst>
                                    <p:set>
                                      <p:cBhvr>
                                        <p:cTn id="52" dur="1" fill="hold">
                                          <p:stCondLst>
                                            <p:cond delay="0"/>
                                          </p:stCondLst>
                                        </p:cTn>
                                        <p:tgtEl>
                                          <p:spTgt spid="1040"/>
                                        </p:tgtEl>
                                        <p:attrNameLst>
                                          <p:attrName>style.visibility</p:attrName>
                                        </p:attrNameLst>
                                      </p:cBhvr>
                                      <p:to>
                                        <p:strVal val="visible"/>
                                      </p:to>
                                    </p:set>
                                    <p:anim calcmode="lin" valueType="num">
                                      <p:cBhvr additive="base">
                                        <p:cTn id="53" dur="250"/>
                                        <p:tgtEl>
                                          <p:spTgt spid="1040"/>
                                        </p:tgtEl>
                                        <p:attrNameLst>
                                          <p:attrName>ppt_y</p:attrName>
                                        </p:attrNameLst>
                                      </p:cBhvr>
                                      <p:tavLst>
                                        <p:tav tm="0">
                                          <p:val>
                                            <p:strVal val="#ppt_y-1"/>
                                          </p:val>
                                        </p:tav>
                                        <p:tav tm="100000">
                                          <p:val>
                                            <p:strVal val="#ppt_y"/>
                                          </p:val>
                                        </p:tav>
                                      </p:tavLst>
                                    </p:anim>
                                  </p:childTnLst>
                                </p:cTn>
                              </p:par>
                              <p:par>
                                <p:cTn id="54" presetID="2" presetClass="entr" presetSubtype="1" fill="hold" nodeType="withEffect">
                                  <p:stCondLst>
                                    <p:cond delay="0"/>
                                  </p:stCondLst>
                                  <p:childTnLst>
                                    <p:set>
                                      <p:cBhvr>
                                        <p:cTn id="55" dur="1" fill="hold">
                                          <p:stCondLst>
                                            <p:cond delay="0"/>
                                          </p:stCondLst>
                                        </p:cTn>
                                        <p:tgtEl>
                                          <p:spTgt spid="1041"/>
                                        </p:tgtEl>
                                        <p:attrNameLst>
                                          <p:attrName>style.visibility</p:attrName>
                                        </p:attrNameLst>
                                      </p:cBhvr>
                                      <p:to>
                                        <p:strVal val="visible"/>
                                      </p:to>
                                    </p:set>
                                    <p:anim calcmode="lin" valueType="num">
                                      <p:cBhvr additive="base">
                                        <p:cTn id="56" dur="250"/>
                                        <p:tgtEl>
                                          <p:spTgt spid="1041"/>
                                        </p:tgtEl>
                                        <p:attrNameLst>
                                          <p:attrName>ppt_y</p:attrName>
                                        </p:attrNameLst>
                                      </p:cBhvr>
                                      <p:tavLst>
                                        <p:tav tm="0">
                                          <p:val>
                                            <p:strVal val="#ppt_y-1"/>
                                          </p:val>
                                        </p:tav>
                                        <p:tav tm="100000">
                                          <p:val>
                                            <p:strVal val="#ppt_y"/>
                                          </p:val>
                                        </p:tav>
                                      </p:tavLst>
                                    </p:anim>
                                  </p:childTnLst>
                                </p:cTn>
                              </p:par>
                              <p:par>
                                <p:cTn id="57" presetID="2" presetClass="entr" presetSubtype="1" fill="hold" nodeType="withEffect">
                                  <p:stCondLst>
                                    <p:cond delay="0"/>
                                  </p:stCondLst>
                                  <p:childTnLst>
                                    <p:set>
                                      <p:cBhvr>
                                        <p:cTn id="58" dur="1" fill="hold">
                                          <p:stCondLst>
                                            <p:cond delay="0"/>
                                          </p:stCondLst>
                                        </p:cTn>
                                        <p:tgtEl>
                                          <p:spTgt spid="1042"/>
                                        </p:tgtEl>
                                        <p:attrNameLst>
                                          <p:attrName>style.visibility</p:attrName>
                                        </p:attrNameLst>
                                      </p:cBhvr>
                                      <p:to>
                                        <p:strVal val="visible"/>
                                      </p:to>
                                    </p:set>
                                    <p:anim calcmode="lin" valueType="num">
                                      <p:cBhvr additive="base">
                                        <p:cTn id="59" dur="250"/>
                                        <p:tgtEl>
                                          <p:spTgt spid="1042"/>
                                        </p:tgtEl>
                                        <p:attrNameLst>
                                          <p:attrName>ppt_y</p:attrName>
                                        </p:attrNameLst>
                                      </p:cBhvr>
                                      <p:tavLst>
                                        <p:tav tm="0">
                                          <p:val>
                                            <p:strVal val="#ppt_y-1"/>
                                          </p:val>
                                        </p:tav>
                                        <p:tav tm="100000">
                                          <p:val>
                                            <p:strVal val="#ppt_y"/>
                                          </p:val>
                                        </p:tav>
                                      </p:tavLst>
                                    </p:anim>
                                  </p:childTnLst>
                                </p:cTn>
                              </p:par>
                              <p:par>
                                <p:cTn id="60" presetID="2" presetClass="entr" presetSubtype="1" fill="hold" nodeType="withEffect">
                                  <p:stCondLst>
                                    <p:cond delay="0"/>
                                  </p:stCondLst>
                                  <p:childTnLst>
                                    <p:set>
                                      <p:cBhvr>
                                        <p:cTn id="61" dur="1" fill="hold">
                                          <p:stCondLst>
                                            <p:cond delay="0"/>
                                          </p:stCondLst>
                                        </p:cTn>
                                        <p:tgtEl>
                                          <p:spTgt spid="1043"/>
                                        </p:tgtEl>
                                        <p:attrNameLst>
                                          <p:attrName>style.visibility</p:attrName>
                                        </p:attrNameLst>
                                      </p:cBhvr>
                                      <p:to>
                                        <p:strVal val="visible"/>
                                      </p:to>
                                    </p:set>
                                    <p:anim calcmode="lin" valueType="num">
                                      <p:cBhvr additive="base">
                                        <p:cTn id="62" dur="250"/>
                                        <p:tgtEl>
                                          <p:spTgt spid="1043"/>
                                        </p:tgtEl>
                                        <p:attrNameLst>
                                          <p:attrName>ppt_y</p:attrName>
                                        </p:attrNameLst>
                                      </p:cBhvr>
                                      <p:tavLst>
                                        <p:tav tm="0">
                                          <p:val>
                                            <p:strVal val="#ppt_y-1"/>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1044"/>
                                        </p:tgtEl>
                                        <p:attrNameLst>
                                          <p:attrName>style.visibility</p:attrName>
                                        </p:attrNameLst>
                                      </p:cBhvr>
                                      <p:to>
                                        <p:strVal val="visible"/>
                                      </p:to>
                                    </p:set>
                                    <p:anim calcmode="lin" valueType="num">
                                      <p:cBhvr additive="base">
                                        <p:cTn id="65" dur="250"/>
                                        <p:tgtEl>
                                          <p:spTgt spid="1044"/>
                                        </p:tgtEl>
                                        <p:attrNameLst>
                                          <p:attrName>ppt_y</p:attrName>
                                        </p:attrNameLst>
                                      </p:cBhvr>
                                      <p:tavLst>
                                        <p:tav tm="0">
                                          <p:val>
                                            <p:strVal val="#ppt_y-1"/>
                                          </p:val>
                                        </p:tav>
                                        <p:tav tm="100000">
                                          <p:val>
                                            <p:strVal val="#ppt_y"/>
                                          </p:val>
                                        </p:tav>
                                      </p:tavLst>
                                    </p:anim>
                                  </p:childTnLst>
                                </p:cTn>
                              </p:par>
                              <p:par>
                                <p:cTn id="66" presetID="2" presetClass="entr" presetSubtype="1" fill="hold" nodeType="withEffect">
                                  <p:stCondLst>
                                    <p:cond delay="0"/>
                                  </p:stCondLst>
                                  <p:childTnLst>
                                    <p:set>
                                      <p:cBhvr>
                                        <p:cTn id="67" dur="1" fill="hold">
                                          <p:stCondLst>
                                            <p:cond delay="0"/>
                                          </p:stCondLst>
                                        </p:cTn>
                                        <p:tgtEl>
                                          <p:spTgt spid="1045"/>
                                        </p:tgtEl>
                                        <p:attrNameLst>
                                          <p:attrName>style.visibility</p:attrName>
                                        </p:attrNameLst>
                                      </p:cBhvr>
                                      <p:to>
                                        <p:strVal val="visible"/>
                                      </p:to>
                                    </p:set>
                                    <p:anim calcmode="lin" valueType="num">
                                      <p:cBhvr additive="base">
                                        <p:cTn id="68" dur="250"/>
                                        <p:tgtEl>
                                          <p:spTgt spid="1045"/>
                                        </p:tgtEl>
                                        <p:attrNameLst>
                                          <p:attrName>ppt_y</p:attrName>
                                        </p:attrNameLst>
                                      </p:cBhvr>
                                      <p:tavLst>
                                        <p:tav tm="0">
                                          <p:val>
                                            <p:strVal val="#ppt_y-1"/>
                                          </p:val>
                                        </p:tav>
                                        <p:tav tm="100000">
                                          <p:val>
                                            <p:strVal val="#ppt_y"/>
                                          </p:val>
                                        </p:tav>
                                      </p:tavLst>
                                    </p:anim>
                                  </p:childTnLst>
                                </p:cTn>
                              </p:par>
                              <p:par>
                                <p:cTn id="69" presetID="2" presetClass="entr" presetSubtype="1" fill="hold" nodeType="withEffect">
                                  <p:stCondLst>
                                    <p:cond delay="0"/>
                                  </p:stCondLst>
                                  <p:childTnLst>
                                    <p:set>
                                      <p:cBhvr>
                                        <p:cTn id="70" dur="1" fill="hold">
                                          <p:stCondLst>
                                            <p:cond delay="0"/>
                                          </p:stCondLst>
                                        </p:cTn>
                                        <p:tgtEl>
                                          <p:spTgt spid="1046"/>
                                        </p:tgtEl>
                                        <p:attrNameLst>
                                          <p:attrName>style.visibility</p:attrName>
                                        </p:attrNameLst>
                                      </p:cBhvr>
                                      <p:to>
                                        <p:strVal val="visible"/>
                                      </p:to>
                                    </p:set>
                                    <p:anim calcmode="lin" valueType="num">
                                      <p:cBhvr additive="base">
                                        <p:cTn id="71" dur="250"/>
                                        <p:tgtEl>
                                          <p:spTgt spid="1046"/>
                                        </p:tgtEl>
                                        <p:attrNameLst>
                                          <p:attrName>ppt_y</p:attrName>
                                        </p:attrNameLst>
                                      </p:cBhvr>
                                      <p:tavLst>
                                        <p:tav tm="0">
                                          <p:val>
                                            <p:strVal val="#ppt_y-1"/>
                                          </p:val>
                                        </p:tav>
                                        <p:tav tm="100000">
                                          <p:val>
                                            <p:strVal val="#ppt_y"/>
                                          </p:val>
                                        </p:tav>
                                      </p:tavLst>
                                    </p:anim>
                                  </p:childTnLst>
                                </p:cTn>
                              </p:par>
                              <p:par>
                                <p:cTn id="72" presetID="2" presetClass="entr" presetSubtype="1" fill="hold" nodeType="withEffect">
                                  <p:stCondLst>
                                    <p:cond delay="0"/>
                                  </p:stCondLst>
                                  <p:childTnLst>
                                    <p:set>
                                      <p:cBhvr>
                                        <p:cTn id="73" dur="1" fill="hold">
                                          <p:stCondLst>
                                            <p:cond delay="0"/>
                                          </p:stCondLst>
                                        </p:cTn>
                                        <p:tgtEl>
                                          <p:spTgt spid="1047"/>
                                        </p:tgtEl>
                                        <p:attrNameLst>
                                          <p:attrName>style.visibility</p:attrName>
                                        </p:attrNameLst>
                                      </p:cBhvr>
                                      <p:to>
                                        <p:strVal val="visible"/>
                                      </p:to>
                                    </p:set>
                                    <p:anim calcmode="lin" valueType="num">
                                      <p:cBhvr additive="base">
                                        <p:cTn id="74" dur="250"/>
                                        <p:tgtEl>
                                          <p:spTgt spid="1047"/>
                                        </p:tgtEl>
                                        <p:attrNameLst>
                                          <p:attrName>ppt_y</p:attrName>
                                        </p:attrNameLst>
                                      </p:cBhvr>
                                      <p:tavLst>
                                        <p:tav tm="0">
                                          <p:val>
                                            <p:strVal val="#ppt_y-1"/>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1048"/>
                                        </p:tgtEl>
                                        <p:attrNameLst>
                                          <p:attrName>style.visibility</p:attrName>
                                        </p:attrNameLst>
                                      </p:cBhvr>
                                      <p:to>
                                        <p:strVal val="visible"/>
                                      </p:to>
                                    </p:set>
                                    <p:anim calcmode="lin" valueType="num">
                                      <p:cBhvr additive="base">
                                        <p:cTn id="77" dur="250"/>
                                        <p:tgtEl>
                                          <p:spTgt spid="1048"/>
                                        </p:tgtEl>
                                        <p:attrNameLst>
                                          <p:attrName>ppt_y</p:attrName>
                                        </p:attrNameLst>
                                      </p:cBhvr>
                                      <p:tavLst>
                                        <p:tav tm="0">
                                          <p:val>
                                            <p:strVal val="#ppt_y-1"/>
                                          </p:val>
                                        </p:tav>
                                        <p:tav tm="100000">
                                          <p:val>
                                            <p:strVal val="#ppt_y"/>
                                          </p:val>
                                        </p:tav>
                                      </p:tavLst>
                                    </p:anim>
                                  </p:childTnLst>
                                </p:cTn>
                              </p:par>
                              <p:par>
                                <p:cTn id="78" presetID="2" presetClass="entr" presetSubtype="1" fill="hold" nodeType="withEffect">
                                  <p:stCondLst>
                                    <p:cond delay="0"/>
                                  </p:stCondLst>
                                  <p:childTnLst>
                                    <p:set>
                                      <p:cBhvr>
                                        <p:cTn id="79" dur="1" fill="hold">
                                          <p:stCondLst>
                                            <p:cond delay="0"/>
                                          </p:stCondLst>
                                        </p:cTn>
                                        <p:tgtEl>
                                          <p:spTgt spid="1049"/>
                                        </p:tgtEl>
                                        <p:attrNameLst>
                                          <p:attrName>style.visibility</p:attrName>
                                        </p:attrNameLst>
                                      </p:cBhvr>
                                      <p:to>
                                        <p:strVal val="visible"/>
                                      </p:to>
                                    </p:set>
                                    <p:anim calcmode="lin" valueType="num">
                                      <p:cBhvr additive="base">
                                        <p:cTn id="80" dur="250"/>
                                        <p:tgtEl>
                                          <p:spTgt spid="1049"/>
                                        </p:tgtEl>
                                        <p:attrNameLst>
                                          <p:attrName>ppt_y</p:attrName>
                                        </p:attrNameLst>
                                      </p:cBhvr>
                                      <p:tavLst>
                                        <p:tav tm="0">
                                          <p:val>
                                            <p:strVal val="#ppt_y-1"/>
                                          </p:val>
                                        </p:tav>
                                        <p:tav tm="100000">
                                          <p:val>
                                            <p:strVal val="#ppt_y"/>
                                          </p:val>
                                        </p:tav>
                                      </p:tavLst>
                                    </p:anim>
                                  </p:childTnLst>
                                </p:cTn>
                              </p:par>
                              <p:par>
                                <p:cTn id="81" presetID="2" presetClass="entr" presetSubtype="1" fill="hold" nodeType="withEffect">
                                  <p:stCondLst>
                                    <p:cond delay="0"/>
                                  </p:stCondLst>
                                  <p:childTnLst>
                                    <p:set>
                                      <p:cBhvr>
                                        <p:cTn id="82" dur="1" fill="hold">
                                          <p:stCondLst>
                                            <p:cond delay="0"/>
                                          </p:stCondLst>
                                        </p:cTn>
                                        <p:tgtEl>
                                          <p:spTgt spid="1050"/>
                                        </p:tgtEl>
                                        <p:attrNameLst>
                                          <p:attrName>style.visibility</p:attrName>
                                        </p:attrNameLst>
                                      </p:cBhvr>
                                      <p:to>
                                        <p:strVal val="visible"/>
                                      </p:to>
                                    </p:set>
                                    <p:anim calcmode="lin" valueType="num">
                                      <p:cBhvr additive="base">
                                        <p:cTn id="83" dur="250"/>
                                        <p:tgtEl>
                                          <p:spTgt spid="1050"/>
                                        </p:tgtEl>
                                        <p:attrNameLst>
                                          <p:attrName>ppt_y</p:attrName>
                                        </p:attrNameLst>
                                      </p:cBhvr>
                                      <p:tavLst>
                                        <p:tav tm="0">
                                          <p:val>
                                            <p:strVal val="#ppt_y-1"/>
                                          </p:val>
                                        </p:tav>
                                        <p:tav tm="100000">
                                          <p:val>
                                            <p:strVal val="#ppt_y"/>
                                          </p:val>
                                        </p:tav>
                                      </p:tavLst>
                                    </p:anim>
                                  </p:childTnLst>
                                </p:cTn>
                              </p:par>
                              <p:par>
                                <p:cTn id="84" presetID="2" presetClass="entr" presetSubtype="1" fill="hold" nodeType="withEffect">
                                  <p:stCondLst>
                                    <p:cond delay="0"/>
                                  </p:stCondLst>
                                  <p:childTnLst>
                                    <p:set>
                                      <p:cBhvr>
                                        <p:cTn id="85" dur="1" fill="hold">
                                          <p:stCondLst>
                                            <p:cond delay="0"/>
                                          </p:stCondLst>
                                        </p:cTn>
                                        <p:tgtEl>
                                          <p:spTgt spid="1051"/>
                                        </p:tgtEl>
                                        <p:attrNameLst>
                                          <p:attrName>style.visibility</p:attrName>
                                        </p:attrNameLst>
                                      </p:cBhvr>
                                      <p:to>
                                        <p:strVal val="visible"/>
                                      </p:to>
                                    </p:set>
                                    <p:anim calcmode="lin" valueType="num">
                                      <p:cBhvr additive="base">
                                        <p:cTn id="86" dur="250"/>
                                        <p:tgtEl>
                                          <p:spTgt spid="1051"/>
                                        </p:tgtEl>
                                        <p:attrNameLst>
                                          <p:attrName>ppt_y</p:attrName>
                                        </p:attrNameLst>
                                      </p:cBhvr>
                                      <p:tavLst>
                                        <p:tav tm="0">
                                          <p:val>
                                            <p:strVal val="#ppt_y-1"/>
                                          </p:val>
                                        </p:tav>
                                        <p:tav tm="100000">
                                          <p:val>
                                            <p:strVal val="#ppt_y"/>
                                          </p:val>
                                        </p:tav>
                                      </p:tavLst>
                                    </p:anim>
                                  </p:childTnLst>
                                </p:cTn>
                              </p:par>
                              <p:par>
                                <p:cTn id="87" presetID="2" presetClass="entr" presetSubtype="1" fill="hold" nodeType="withEffect">
                                  <p:stCondLst>
                                    <p:cond delay="0"/>
                                  </p:stCondLst>
                                  <p:childTnLst>
                                    <p:set>
                                      <p:cBhvr>
                                        <p:cTn id="88" dur="1" fill="hold">
                                          <p:stCondLst>
                                            <p:cond delay="0"/>
                                          </p:stCondLst>
                                        </p:cTn>
                                        <p:tgtEl>
                                          <p:spTgt spid="1052"/>
                                        </p:tgtEl>
                                        <p:attrNameLst>
                                          <p:attrName>style.visibility</p:attrName>
                                        </p:attrNameLst>
                                      </p:cBhvr>
                                      <p:to>
                                        <p:strVal val="visible"/>
                                      </p:to>
                                    </p:set>
                                    <p:anim calcmode="lin" valueType="num">
                                      <p:cBhvr additive="base">
                                        <p:cTn id="89" dur="250"/>
                                        <p:tgtEl>
                                          <p:spTgt spid="1052"/>
                                        </p:tgtEl>
                                        <p:attrNameLst>
                                          <p:attrName>ppt_y</p:attrName>
                                        </p:attrNameLst>
                                      </p:cBhvr>
                                      <p:tavLst>
                                        <p:tav tm="0">
                                          <p:val>
                                            <p:strVal val="#ppt_y-1"/>
                                          </p:val>
                                        </p:tav>
                                        <p:tav tm="100000">
                                          <p:val>
                                            <p:strVal val="#ppt_y"/>
                                          </p:val>
                                        </p:tav>
                                      </p:tavLst>
                                    </p:anim>
                                  </p:childTnLst>
                                </p:cTn>
                              </p:par>
                              <p:par>
                                <p:cTn id="90" presetID="2" presetClass="entr" presetSubtype="1" fill="hold" nodeType="withEffect">
                                  <p:stCondLst>
                                    <p:cond delay="0"/>
                                  </p:stCondLst>
                                  <p:childTnLst>
                                    <p:set>
                                      <p:cBhvr>
                                        <p:cTn id="91" dur="1" fill="hold">
                                          <p:stCondLst>
                                            <p:cond delay="0"/>
                                          </p:stCondLst>
                                        </p:cTn>
                                        <p:tgtEl>
                                          <p:spTgt spid="1053"/>
                                        </p:tgtEl>
                                        <p:attrNameLst>
                                          <p:attrName>style.visibility</p:attrName>
                                        </p:attrNameLst>
                                      </p:cBhvr>
                                      <p:to>
                                        <p:strVal val="visible"/>
                                      </p:to>
                                    </p:set>
                                    <p:anim calcmode="lin" valueType="num">
                                      <p:cBhvr additive="base">
                                        <p:cTn id="92" dur="250"/>
                                        <p:tgtEl>
                                          <p:spTgt spid="1053"/>
                                        </p:tgtEl>
                                        <p:attrNameLst>
                                          <p:attrName>ppt_y</p:attrName>
                                        </p:attrNameLst>
                                      </p:cBhvr>
                                      <p:tavLst>
                                        <p:tav tm="0">
                                          <p:val>
                                            <p:strVal val="#ppt_y-1"/>
                                          </p:val>
                                        </p:tav>
                                        <p:tav tm="100000">
                                          <p:val>
                                            <p:strVal val="#ppt_y"/>
                                          </p:val>
                                        </p:tav>
                                      </p:tavLst>
                                    </p:anim>
                                  </p:childTnLst>
                                </p:cTn>
                              </p:par>
                              <p:par>
                                <p:cTn id="93" presetID="2" presetClass="entr" presetSubtype="1" fill="hold" nodeType="withEffect">
                                  <p:stCondLst>
                                    <p:cond delay="0"/>
                                  </p:stCondLst>
                                  <p:childTnLst>
                                    <p:set>
                                      <p:cBhvr>
                                        <p:cTn id="94" dur="1" fill="hold">
                                          <p:stCondLst>
                                            <p:cond delay="0"/>
                                          </p:stCondLst>
                                        </p:cTn>
                                        <p:tgtEl>
                                          <p:spTgt spid="1054"/>
                                        </p:tgtEl>
                                        <p:attrNameLst>
                                          <p:attrName>style.visibility</p:attrName>
                                        </p:attrNameLst>
                                      </p:cBhvr>
                                      <p:to>
                                        <p:strVal val="visible"/>
                                      </p:to>
                                    </p:set>
                                    <p:anim calcmode="lin" valueType="num">
                                      <p:cBhvr additive="base">
                                        <p:cTn id="95" dur="250"/>
                                        <p:tgtEl>
                                          <p:spTgt spid="1054"/>
                                        </p:tgtEl>
                                        <p:attrNameLst>
                                          <p:attrName>ppt_y</p:attrName>
                                        </p:attrNameLst>
                                      </p:cBhvr>
                                      <p:tavLst>
                                        <p:tav tm="0">
                                          <p:val>
                                            <p:strVal val="#ppt_y-1"/>
                                          </p:val>
                                        </p:tav>
                                        <p:tav tm="100000">
                                          <p:val>
                                            <p:strVal val="#ppt_y"/>
                                          </p:val>
                                        </p:tav>
                                      </p:tavLst>
                                    </p:anim>
                                  </p:childTnLst>
                                </p:cTn>
                              </p:par>
                              <p:par>
                                <p:cTn id="96" presetID="2" presetClass="entr" presetSubtype="1" fill="hold" nodeType="withEffect">
                                  <p:stCondLst>
                                    <p:cond delay="0"/>
                                  </p:stCondLst>
                                  <p:childTnLst>
                                    <p:set>
                                      <p:cBhvr>
                                        <p:cTn id="97" dur="1" fill="hold">
                                          <p:stCondLst>
                                            <p:cond delay="0"/>
                                          </p:stCondLst>
                                        </p:cTn>
                                        <p:tgtEl>
                                          <p:spTgt spid="1055"/>
                                        </p:tgtEl>
                                        <p:attrNameLst>
                                          <p:attrName>style.visibility</p:attrName>
                                        </p:attrNameLst>
                                      </p:cBhvr>
                                      <p:to>
                                        <p:strVal val="visible"/>
                                      </p:to>
                                    </p:set>
                                    <p:anim calcmode="lin" valueType="num">
                                      <p:cBhvr additive="base">
                                        <p:cTn id="98" dur="250"/>
                                        <p:tgtEl>
                                          <p:spTgt spid="1055"/>
                                        </p:tgtEl>
                                        <p:attrNameLst>
                                          <p:attrName>ppt_y</p:attrName>
                                        </p:attrNameLst>
                                      </p:cBhvr>
                                      <p:tavLst>
                                        <p:tav tm="0">
                                          <p:val>
                                            <p:strVal val="#ppt_y-1"/>
                                          </p:val>
                                        </p:tav>
                                        <p:tav tm="100000">
                                          <p:val>
                                            <p:strVal val="#ppt_y"/>
                                          </p:val>
                                        </p:tav>
                                      </p:tavLst>
                                    </p:anim>
                                  </p:childTnLst>
                                </p:cTn>
                              </p:par>
                              <p:par>
                                <p:cTn id="99" presetID="2" presetClass="entr" presetSubtype="1" fill="hold" nodeType="withEffect">
                                  <p:stCondLst>
                                    <p:cond delay="0"/>
                                  </p:stCondLst>
                                  <p:childTnLst>
                                    <p:set>
                                      <p:cBhvr>
                                        <p:cTn id="100" dur="1" fill="hold">
                                          <p:stCondLst>
                                            <p:cond delay="0"/>
                                          </p:stCondLst>
                                        </p:cTn>
                                        <p:tgtEl>
                                          <p:spTgt spid="1056"/>
                                        </p:tgtEl>
                                        <p:attrNameLst>
                                          <p:attrName>style.visibility</p:attrName>
                                        </p:attrNameLst>
                                      </p:cBhvr>
                                      <p:to>
                                        <p:strVal val="visible"/>
                                      </p:to>
                                    </p:set>
                                    <p:anim calcmode="lin" valueType="num">
                                      <p:cBhvr additive="base">
                                        <p:cTn id="101" dur="250"/>
                                        <p:tgtEl>
                                          <p:spTgt spid="1056"/>
                                        </p:tgtEl>
                                        <p:attrNameLst>
                                          <p:attrName>ppt_y</p:attrName>
                                        </p:attrNameLst>
                                      </p:cBhvr>
                                      <p:tavLst>
                                        <p:tav tm="0">
                                          <p:val>
                                            <p:strVal val="#ppt_y-1"/>
                                          </p:val>
                                        </p:tav>
                                        <p:tav tm="100000">
                                          <p:val>
                                            <p:strVal val="#ppt_y"/>
                                          </p:val>
                                        </p:tav>
                                      </p:tavLst>
                                    </p:anim>
                                  </p:childTnLst>
                                </p:cTn>
                              </p:par>
                              <p:par>
                                <p:cTn id="102" presetID="2" presetClass="entr" presetSubtype="1" fill="hold" nodeType="withEffect">
                                  <p:stCondLst>
                                    <p:cond delay="0"/>
                                  </p:stCondLst>
                                  <p:childTnLst>
                                    <p:set>
                                      <p:cBhvr>
                                        <p:cTn id="103" dur="1" fill="hold">
                                          <p:stCondLst>
                                            <p:cond delay="0"/>
                                          </p:stCondLst>
                                        </p:cTn>
                                        <p:tgtEl>
                                          <p:spTgt spid="1057"/>
                                        </p:tgtEl>
                                        <p:attrNameLst>
                                          <p:attrName>style.visibility</p:attrName>
                                        </p:attrNameLst>
                                      </p:cBhvr>
                                      <p:to>
                                        <p:strVal val="visible"/>
                                      </p:to>
                                    </p:set>
                                    <p:anim calcmode="lin" valueType="num">
                                      <p:cBhvr additive="base">
                                        <p:cTn id="104" dur="250"/>
                                        <p:tgtEl>
                                          <p:spTgt spid="1057"/>
                                        </p:tgtEl>
                                        <p:attrNameLst>
                                          <p:attrName>ppt_y</p:attrName>
                                        </p:attrNameLst>
                                      </p:cBhvr>
                                      <p:tavLst>
                                        <p:tav tm="0">
                                          <p:val>
                                            <p:strVal val="#ppt_y-1"/>
                                          </p:val>
                                        </p:tav>
                                        <p:tav tm="100000">
                                          <p:val>
                                            <p:strVal val="#ppt_y"/>
                                          </p:val>
                                        </p:tav>
                                      </p:tavLst>
                                    </p:anim>
                                  </p:childTnLst>
                                </p:cTn>
                              </p:par>
                              <p:par>
                                <p:cTn id="105" presetID="2" presetClass="entr" presetSubtype="1" fill="hold" nodeType="withEffect">
                                  <p:stCondLst>
                                    <p:cond delay="0"/>
                                  </p:stCondLst>
                                  <p:childTnLst>
                                    <p:set>
                                      <p:cBhvr>
                                        <p:cTn id="106" dur="1" fill="hold">
                                          <p:stCondLst>
                                            <p:cond delay="0"/>
                                          </p:stCondLst>
                                        </p:cTn>
                                        <p:tgtEl>
                                          <p:spTgt spid="1062"/>
                                        </p:tgtEl>
                                        <p:attrNameLst>
                                          <p:attrName>style.visibility</p:attrName>
                                        </p:attrNameLst>
                                      </p:cBhvr>
                                      <p:to>
                                        <p:strVal val="visible"/>
                                      </p:to>
                                    </p:set>
                                    <p:anim calcmode="lin" valueType="num">
                                      <p:cBhvr additive="base">
                                        <p:cTn id="107" dur="250"/>
                                        <p:tgtEl>
                                          <p:spTgt spid="1062"/>
                                        </p:tgtEl>
                                        <p:attrNameLst>
                                          <p:attrName>ppt_y</p:attrName>
                                        </p:attrNameLst>
                                      </p:cBhvr>
                                      <p:tavLst>
                                        <p:tav tm="0">
                                          <p:val>
                                            <p:strVal val="#ppt_y-1"/>
                                          </p:val>
                                        </p:tav>
                                        <p:tav tm="100000">
                                          <p:val>
                                            <p:strVal val="#ppt_y"/>
                                          </p:val>
                                        </p:tav>
                                      </p:tavLst>
                                    </p:anim>
                                  </p:childTnLst>
                                </p:cTn>
                              </p:par>
                              <p:par>
                                <p:cTn id="108" presetID="2" presetClass="entr" presetSubtype="1" fill="hold" nodeType="withEffect">
                                  <p:stCondLst>
                                    <p:cond delay="0"/>
                                  </p:stCondLst>
                                  <p:childTnLst>
                                    <p:set>
                                      <p:cBhvr>
                                        <p:cTn id="109" dur="1" fill="hold">
                                          <p:stCondLst>
                                            <p:cond delay="0"/>
                                          </p:stCondLst>
                                        </p:cTn>
                                        <p:tgtEl>
                                          <p:spTgt spid="1059"/>
                                        </p:tgtEl>
                                        <p:attrNameLst>
                                          <p:attrName>style.visibility</p:attrName>
                                        </p:attrNameLst>
                                      </p:cBhvr>
                                      <p:to>
                                        <p:strVal val="visible"/>
                                      </p:to>
                                    </p:set>
                                    <p:anim calcmode="lin" valueType="num">
                                      <p:cBhvr additive="base">
                                        <p:cTn id="110" dur="250"/>
                                        <p:tgtEl>
                                          <p:spTgt spid="1059"/>
                                        </p:tgtEl>
                                        <p:attrNameLst>
                                          <p:attrName>ppt_y</p:attrName>
                                        </p:attrNameLst>
                                      </p:cBhvr>
                                      <p:tavLst>
                                        <p:tav tm="0">
                                          <p:val>
                                            <p:strVal val="#ppt_y-1"/>
                                          </p:val>
                                        </p:tav>
                                        <p:tav tm="100000">
                                          <p:val>
                                            <p:strVal val="#ppt_y"/>
                                          </p:val>
                                        </p:tav>
                                      </p:tavLst>
                                    </p:anim>
                                  </p:childTnLst>
                                </p:cTn>
                              </p:par>
                              <p:par>
                                <p:cTn id="111" presetID="2" presetClass="entr" presetSubtype="1" fill="hold" nodeType="withEffect">
                                  <p:stCondLst>
                                    <p:cond delay="0"/>
                                  </p:stCondLst>
                                  <p:childTnLst>
                                    <p:set>
                                      <p:cBhvr>
                                        <p:cTn id="112" dur="1" fill="hold">
                                          <p:stCondLst>
                                            <p:cond delay="0"/>
                                          </p:stCondLst>
                                        </p:cTn>
                                        <p:tgtEl>
                                          <p:spTgt spid="1060"/>
                                        </p:tgtEl>
                                        <p:attrNameLst>
                                          <p:attrName>style.visibility</p:attrName>
                                        </p:attrNameLst>
                                      </p:cBhvr>
                                      <p:to>
                                        <p:strVal val="visible"/>
                                      </p:to>
                                    </p:set>
                                    <p:anim calcmode="lin" valueType="num">
                                      <p:cBhvr additive="base">
                                        <p:cTn id="113" dur="250"/>
                                        <p:tgtEl>
                                          <p:spTgt spid="1060"/>
                                        </p:tgtEl>
                                        <p:attrNameLst>
                                          <p:attrName>ppt_y</p:attrName>
                                        </p:attrNameLst>
                                      </p:cBhvr>
                                      <p:tavLst>
                                        <p:tav tm="0">
                                          <p:val>
                                            <p:strVal val="#ppt_y-1"/>
                                          </p:val>
                                        </p:tav>
                                        <p:tav tm="100000">
                                          <p:val>
                                            <p:strVal val="#ppt_y"/>
                                          </p:val>
                                        </p:tav>
                                      </p:tavLst>
                                    </p:anim>
                                  </p:childTnLst>
                                </p:cTn>
                              </p:par>
                              <p:par>
                                <p:cTn id="114" presetID="2" presetClass="entr" presetSubtype="1" fill="hold" nodeType="withEffect">
                                  <p:stCondLst>
                                    <p:cond delay="0"/>
                                  </p:stCondLst>
                                  <p:childTnLst>
                                    <p:set>
                                      <p:cBhvr>
                                        <p:cTn id="115" dur="1" fill="hold">
                                          <p:stCondLst>
                                            <p:cond delay="0"/>
                                          </p:stCondLst>
                                        </p:cTn>
                                        <p:tgtEl>
                                          <p:spTgt spid="1061"/>
                                        </p:tgtEl>
                                        <p:attrNameLst>
                                          <p:attrName>style.visibility</p:attrName>
                                        </p:attrNameLst>
                                      </p:cBhvr>
                                      <p:to>
                                        <p:strVal val="visible"/>
                                      </p:to>
                                    </p:set>
                                    <p:anim calcmode="lin" valueType="num">
                                      <p:cBhvr additive="base">
                                        <p:cTn id="116" dur="250"/>
                                        <p:tgtEl>
                                          <p:spTgt spid="1061"/>
                                        </p:tgtEl>
                                        <p:attrNameLst>
                                          <p:attrName>ppt_y</p:attrName>
                                        </p:attrNameLst>
                                      </p:cBhvr>
                                      <p:tavLst>
                                        <p:tav tm="0">
                                          <p:val>
                                            <p:strVal val="#ppt_y-1"/>
                                          </p:val>
                                        </p:tav>
                                        <p:tav tm="100000">
                                          <p:val>
                                            <p:strVal val="#ppt_y"/>
                                          </p:val>
                                        </p:tav>
                                      </p:tavLst>
                                    </p:anim>
                                  </p:childTnLst>
                                </p:cTn>
                              </p:par>
                              <p:par>
                                <p:cTn id="117" presetID="2" presetClass="entr" presetSubtype="1" fill="hold" nodeType="withEffect">
                                  <p:stCondLst>
                                    <p:cond delay="0"/>
                                  </p:stCondLst>
                                  <p:childTnLst>
                                    <p:set>
                                      <p:cBhvr>
                                        <p:cTn id="118" dur="1" fill="hold">
                                          <p:stCondLst>
                                            <p:cond delay="0"/>
                                          </p:stCondLst>
                                        </p:cTn>
                                        <p:tgtEl>
                                          <p:spTgt spid="1062"/>
                                        </p:tgtEl>
                                        <p:attrNameLst>
                                          <p:attrName>style.visibility</p:attrName>
                                        </p:attrNameLst>
                                      </p:cBhvr>
                                      <p:to>
                                        <p:strVal val="visible"/>
                                      </p:to>
                                    </p:set>
                                    <p:anim calcmode="lin" valueType="num">
                                      <p:cBhvr additive="base">
                                        <p:cTn id="119" dur="250"/>
                                        <p:tgtEl>
                                          <p:spTgt spid="1062"/>
                                        </p:tgtEl>
                                        <p:attrNameLst>
                                          <p:attrName>ppt_y</p:attrName>
                                        </p:attrNameLst>
                                      </p:cBhvr>
                                      <p:tavLst>
                                        <p:tav tm="0">
                                          <p:val>
                                            <p:strVal val="#ppt_y-1"/>
                                          </p:val>
                                        </p:tav>
                                        <p:tav tm="100000">
                                          <p:val>
                                            <p:strVal val="#ppt_y"/>
                                          </p:val>
                                        </p:tav>
                                      </p:tavLst>
                                    </p:anim>
                                  </p:childTnLst>
                                </p:cTn>
                              </p:par>
                              <p:par>
                                <p:cTn id="120" presetID="2" presetClass="entr" presetSubtype="1" fill="hold" nodeType="withEffect">
                                  <p:stCondLst>
                                    <p:cond delay="0"/>
                                  </p:stCondLst>
                                  <p:childTnLst>
                                    <p:set>
                                      <p:cBhvr>
                                        <p:cTn id="121" dur="1" fill="hold">
                                          <p:stCondLst>
                                            <p:cond delay="0"/>
                                          </p:stCondLst>
                                        </p:cTn>
                                        <p:tgtEl>
                                          <p:spTgt spid="1063"/>
                                        </p:tgtEl>
                                        <p:attrNameLst>
                                          <p:attrName>style.visibility</p:attrName>
                                        </p:attrNameLst>
                                      </p:cBhvr>
                                      <p:to>
                                        <p:strVal val="visible"/>
                                      </p:to>
                                    </p:set>
                                    <p:anim calcmode="lin" valueType="num">
                                      <p:cBhvr additive="base">
                                        <p:cTn id="122" dur="250"/>
                                        <p:tgtEl>
                                          <p:spTgt spid="1063"/>
                                        </p:tgtEl>
                                        <p:attrNameLst>
                                          <p:attrName>ppt_y</p:attrName>
                                        </p:attrNameLst>
                                      </p:cBhvr>
                                      <p:tavLst>
                                        <p:tav tm="0">
                                          <p:val>
                                            <p:strVal val="#ppt_y-1"/>
                                          </p:val>
                                        </p:tav>
                                        <p:tav tm="100000">
                                          <p:val>
                                            <p:strVal val="#ppt_y"/>
                                          </p:val>
                                        </p:tav>
                                      </p:tavLst>
                                    </p:anim>
                                  </p:childTnLst>
                                </p:cTn>
                              </p:par>
                              <p:par>
                                <p:cTn id="123" presetID="2" presetClass="entr" presetSubtype="1" fill="hold" nodeType="withEffect">
                                  <p:stCondLst>
                                    <p:cond delay="0"/>
                                  </p:stCondLst>
                                  <p:childTnLst>
                                    <p:set>
                                      <p:cBhvr>
                                        <p:cTn id="124" dur="1" fill="hold">
                                          <p:stCondLst>
                                            <p:cond delay="0"/>
                                          </p:stCondLst>
                                        </p:cTn>
                                        <p:tgtEl>
                                          <p:spTgt spid="1058"/>
                                        </p:tgtEl>
                                        <p:attrNameLst>
                                          <p:attrName>style.visibility</p:attrName>
                                        </p:attrNameLst>
                                      </p:cBhvr>
                                      <p:to>
                                        <p:strVal val="visible"/>
                                      </p:to>
                                    </p:set>
                                    <p:anim calcmode="lin" valueType="num">
                                      <p:cBhvr additive="base">
                                        <p:cTn id="125" dur="250"/>
                                        <p:tgtEl>
                                          <p:spTgt spid="1058"/>
                                        </p:tgtEl>
                                        <p:attrNameLst>
                                          <p:attrName>ppt_y</p:attrName>
                                        </p:attrNameLst>
                                      </p:cBhvr>
                                      <p:tavLst>
                                        <p:tav tm="0">
                                          <p:val>
                                            <p:strVal val="#ppt_y-1"/>
                                          </p:val>
                                        </p:tav>
                                        <p:tav tm="100000">
                                          <p:val>
                                            <p:strVal val="#ppt_y"/>
                                          </p:val>
                                        </p:tav>
                                      </p:tavLst>
                                    </p:anim>
                                  </p:childTnLst>
                                </p:cTn>
                              </p:par>
                              <p:par>
                                <p:cTn id="126" presetID="2" presetClass="entr" presetSubtype="1" fill="hold" nodeType="withEffect">
                                  <p:stCondLst>
                                    <p:cond delay="0"/>
                                  </p:stCondLst>
                                  <p:childTnLst>
                                    <p:set>
                                      <p:cBhvr>
                                        <p:cTn id="127" dur="1" fill="hold">
                                          <p:stCondLst>
                                            <p:cond delay="0"/>
                                          </p:stCondLst>
                                        </p:cTn>
                                        <p:tgtEl>
                                          <p:spTgt spid="1064"/>
                                        </p:tgtEl>
                                        <p:attrNameLst>
                                          <p:attrName>style.visibility</p:attrName>
                                        </p:attrNameLst>
                                      </p:cBhvr>
                                      <p:to>
                                        <p:strVal val="visible"/>
                                      </p:to>
                                    </p:set>
                                    <p:anim calcmode="lin" valueType="num">
                                      <p:cBhvr additive="base">
                                        <p:cTn id="128" dur="250"/>
                                        <p:tgtEl>
                                          <p:spTgt spid="1064"/>
                                        </p:tgtEl>
                                        <p:attrNameLst>
                                          <p:attrName>ppt_y</p:attrName>
                                        </p:attrNameLst>
                                      </p:cBhvr>
                                      <p:tavLst>
                                        <p:tav tm="0">
                                          <p:val>
                                            <p:strVal val="#ppt_y-1"/>
                                          </p:val>
                                        </p:tav>
                                        <p:tav tm="100000">
                                          <p:val>
                                            <p:strVal val="#ppt_y"/>
                                          </p:val>
                                        </p:tav>
                                      </p:tavLst>
                                    </p:anim>
                                  </p:childTnLst>
                                </p:cTn>
                              </p:par>
                              <p:par>
                                <p:cTn id="129" presetID="2" presetClass="entr" presetSubtype="1" fill="hold" nodeType="withEffect">
                                  <p:stCondLst>
                                    <p:cond delay="0"/>
                                  </p:stCondLst>
                                  <p:childTnLst>
                                    <p:set>
                                      <p:cBhvr>
                                        <p:cTn id="130" dur="1" fill="hold">
                                          <p:stCondLst>
                                            <p:cond delay="0"/>
                                          </p:stCondLst>
                                        </p:cTn>
                                        <p:tgtEl>
                                          <p:spTgt spid="1065"/>
                                        </p:tgtEl>
                                        <p:attrNameLst>
                                          <p:attrName>style.visibility</p:attrName>
                                        </p:attrNameLst>
                                      </p:cBhvr>
                                      <p:to>
                                        <p:strVal val="visible"/>
                                      </p:to>
                                    </p:set>
                                    <p:anim calcmode="lin" valueType="num">
                                      <p:cBhvr additive="base">
                                        <p:cTn id="131" dur="250"/>
                                        <p:tgtEl>
                                          <p:spTgt spid="1065"/>
                                        </p:tgtEl>
                                        <p:attrNameLst>
                                          <p:attrName>ppt_y</p:attrName>
                                        </p:attrNameLst>
                                      </p:cBhvr>
                                      <p:tavLst>
                                        <p:tav tm="0">
                                          <p:val>
                                            <p:strVal val="#ppt_y-1"/>
                                          </p:val>
                                        </p:tav>
                                        <p:tav tm="100000">
                                          <p:val>
                                            <p:strVal val="#ppt_y"/>
                                          </p:val>
                                        </p:tav>
                                      </p:tavLst>
                                    </p:anim>
                                  </p:childTnLst>
                                </p:cTn>
                              </p:par>
                              <p:par>
                                <p:cTn id="132" presetID="2" presetClass="entr" presetSubtype="1" fill="hold" nodeType="withEffect">
                                  <p:stCondLst>
                                    <p:cond delay="0"/>
                                  </p:stCondLst>
                                  <p:childTnLst>
                                    <p:set>
                                      <p:cBhvr>
                                        <p:cTn id="133" dur="1" fill="hold">
                                          <p:stCondLst>
                                            <p:cond delay="0"/>
                                          </p:stCondLst>
                                        </p:cTn>
                                        <p:tgtEl>
                                          <p:spTgt spid="1066"/>
                                        </p:tgtEl>
                                        <p:attrNameLst>
                                          <p:attrName>style.visibility</p:attrName>
                                        </p:attrNameLst>
                                      </p:cBhvr>
                                      <p:to>
                                        <p:strVal val="visible"/>
                                      </p:to>
                                    </p:set>
                                    <p:anim calcmode="lin" valueType="num">
                                      <p:cBhvr additive="base">
                                        <p:cTn id="134" dur="250"/>
                                        <p:tgtEl>
                                          <p:spTgt spid="1066"/>
                                        </p:tgtEl>
                                        <p:attrNameLst>
                                          <p:attrName>ppt_y</p:attrName>
                                        </p:attrNameLst>
                                      </p:cBhvr>
                                      <p:tavLst>
                                        <p:tav tm="0">
                                          <p:val>
                                            <p:strVal val="#ppt_y-1"/>
                                          </p:val>
                                        </p:tav>
                                        <p:tav tm="100000">
                                          <p:val>
                                            <p:strVal val="#ppt_y"/>
                                          </p:val>
                                        </p:tav>
                                      </p:tavLst>
                                    </p:anim>
                                  </p:childTnLst>
                                </p:cTn>
                              </p:par>
                              <p:par>
                                <p:cTn id="135" presetID="2" presetClass="entr" presetSubtype="1" fill="hold" nodeType="withEffect">
                                  <p:stCondLst>
                                    <p:cond delay="0"/>
                                  </p:stCondLst>
                                  <p:childTnLst>
                                    <p:set>
                                      <p:cBhvr>
                                        <p:cTn id="136" dur="1" fill="hold">
                                          <p:stCondLst>
                                            <p:cond delay="0"/>
                                          </p:stCondLst>
                                        </p:cTn>
                                        <p:tgtEl>
                                          <p:spTgt spid="1067"/>
                                        </p:tgtEl>
                                        <p:attrNameLst>
                                          <p:attrName>style.visibility</p:attrName>
                                        </p:attrNameLst>
                                      </p:cBhvr>
                                      <p:to>
                                        <p:strVal val="visible"/>
                                      </p:to>
                                    </p:set>
                                    <p:anim calcmode="lin" valueType="num">
                                      <p:cBhvr additive="base">
                                        <p:cTn id="137" dur="250"/>
                                        <p:tgtEl>
                                          <p:spTgt spid="1067"/>
                                        </p:tgtEl>
                                        <p:attrNameLst>
                                          <p:attrName>ppt_y</p:attrName>
                                        </p:attrNameLst>
                                      </p:cBhvr>
                                      <p:tavLst>
                                        <p:tav tm="0">
                                          <p:val>
                                            <p:strVal val="#ppt_y-1"/>
                                          </p:val>
                                        </p:tav>
                                        <p:tav tm="100000">
                                          <p:val>
                                            <p:strVal val="#ppt_y"/>
                                          </p:val>
                                        </p:tav>
                                      </p:tavLst>
                                    </p:anim>
                                  </p:childTnLst>
                                </p:cTn>
                              </p:par>
                              <p:par>
                                <p:cTn id="138" presetID="2" presetClass="entr" presetSubtype="1" fill="hold" nodeType="withEffect">
                                  <p:stCondLst>
                                    <p:cond delay="0"/>
                                  </p:stCondLst>
                                  <p:childTnLst>
                                    <p:set>
                                      <p:cBhvr>
                                        <p:cTn id="139" dur="1" fill="hold">
                                          <p:stCondLst>
                                            <p:cond delay="0"/>
                                          </p:stCondLst>
                                        </p:cTn>
                                        <p:tgtEl>
                                          <p:spTgt spid="1068"/>
                                        </p:tgtEl>
                                        <p:attrNameLst>
                                          <p:attrName>style.visibility</p:attrName>
                                        </p:attrNameLst>
                                      </p:cBhvr>
                                      <p:to>
                                        <p:strVal val="visible"/>
                                      </p:to>
                                    </p:set>
                                    <p:anim calcmode="lin" valueType="num">
                                      <p:cBhvr additive="base">
                                        <p:cTn id="140" dur="250"/>
                                        <p:tgtEl>
                                          <p:spTgt spid="1068"/>
                                        </p:tgtEl>
                                        <p:attrNameLst>
                                          <p:attrName>ppt_y</p:attrName>
                                        </p:attrNameLst>
                                      </p:cBhvr>
                                      <p:tavLst>
                                        <p:tav tm="0">
                                          <p:val>
                                            <p:strVal val="#ppt_y-1"/>
                                          </p:val>
                                        </p:tav>
                                        <p:tav tm="100000">
                                          <p:val>
                                            <p:strVal val="#ppt_y"/>
                                          </p:val>
                                        </p:tav>
                                      </p:tavLst>
                                    </p:anim>
                                  </p:childTnLst>
                                </p:cTn>
                              </p:par>
                              <p:par>
                                <p:cTn id="141" presetID="2" presetClass="entr" presetSubtype="1" fill="hold" nodeType="withEffect">
                                  <p:stCondLst>
                                    <p:cond delay="0"/>
                                  </p:stCondLst>
                                  <p:childTnLst>
                                    <p:set>
                                      <p:cBhvr>
                                        <p:cTn id="142" dur="1" fill="hold">
                                          <p:stCondLst>
                                            <p:cond delay="0"/>
                                          </p:stCondLst>
                                        </p:cTn>
                                        <p:tgtEl>
                                          <p:spTgt spid="1069"/>
                                        </p:tgtEl>
                                        <p:attrNameLst>
                                          <p:attrName>style.visibility</p:attrName>
                                        </p:attrNameLst>
                                      </p:cBhvr>
                                      <p:to>
                                        <p:strVal val="visible"/>
                                      </p:to>
                                    </p:set>
                                    <p:anim calcmode="lin" valueType="num">
                                      <p:cBhvr additive="base">
                                        <p:cTn id="143" dur="250"/>
                                        <p:tgtEl>
                                          <p:spTgt spid="1069"/>
                                        </p:tgtEl>
                                        <p:attrNameLst>
                                          <p:attrName>ppt_y</p:attrName>
                                        </p:attrNameLst>
                                      </p:cBhvr>
                                      <p:tavLst>
                                        <p:tav tm="0">
                                          <p:val>
                                            <p:strVal val="#ppt_y-1"/>
                                          </p:val>
                                        </p:tav>
                                        <p:tav tm="100000">
                                          <p:val>
                                            <p:strVal val="#ppt_y"/>
                                          </p:val>
                                        </p:tav>
                                      </p:tavLst>
                                    </p:anim>
                                  </p:childTnLst>
                                </p:cTn>
                              </p:par>
                              <p:par>
                                <p:cTn id="144" presetID="2" presetClass="entr" presetSubtype="1" fill="hold" nodeType="withEffect">
                                  <p:stCondLst>
                                    <p:cond delay="0"/>
                                  </p:stCondLst>
                                  <p:childTnLst>
                                    <p:set>
                                      <p:cBhvr>
                                        <p:cTn id="145" dur="1" fill="hold">
                                          <p:stCondLst>
                                            <p:cond delay="0"/>
                                          </p:stCondLst>
                                        </p:cTn>
                                        <p:tgtEl>
                                          <p:spTgt spid="1070"/>
                                        </p:tgtEl>
                                        <p:attrNameLst>
                                          <p:attrName>style.visibility</p:attrName>
                                        </p:attrNameLst>
                                      </p:cBhvr>
                                      <p:to>
                                        <p:strVal val="visible"/>
                                      </p:to>
                                    </p:set>
                                    <p:anim calcmode="lin" valueType="num">
                                      <p:cBhvr additive="base">
                                        <p:cTn id="146" dur="250"/>
                                        <p:tgtEl>
                                          <p:spTgt spid="1070"/>
                                        </p:tgtEl>
                                        <p:attrNameLst>
                                          <p:attrName>ppt_y</p:attrName>
                                        </p:attrNameLst>
                                      </p:cBhvr>
                                      <p:tavLst>
                                        <p:tav tm="0">
                                          <p:val>
                                            <p:strVal val="#ppt_y-1"/>
                                          </p:val>
                                        </p:tav>
                                        <p:tav tm="100000">
                                          <p:val>
                                            <p:strVal val="#ppt_y"/>
                                          </p:val>
                                        </p:tav>
                                      </p:tavLst>
                                    </p:anim>
                                  </p:childTnLst>
                                </p:cTn>
                              </p:par>
                              <p:par>
                                <p:cTn id="147" presetID="2" presetClass="entr" presetSubtype="1" fill="hold" nodeType="withEffect">
                                  <p:stCondLst>
                                    <p:cond delay="0"/>
                                  </p:stCondLst>
                                  <p:childTnLst>
                                    <p:set>
                                      <p:cBhvr>
                                        <p:cTn id="148" dur="1" fill="hold">
                                          <p:stCondLst>
                                            <p:cond delay="0"/>
                                          </p:stCondLst>
                                        </p:cTn>
                                        <p:tgtEl>
                                          <p:spTgt spid="1071"/>
                                        </p:tgtEl>
                                        <p:attrNameLst>
                                          <p:attrName>style.visibility</p:attrName>
                                        </p:attrNameLst>
                                      </p:cBhvr>
                                      <p:to>
                                        <p:strVal val="visible"/>
                                      </p:to>
                                    </p:set>
                                    <p:anim calcmode="lin" valueType="num">
                                      <p:cBhvr additive="base">
                                        <p:cTn id="149" dur="250"/>
                                        <p:tgtEl>
                                          <p:spTgt spid="1071"/>
                                        </p:tgtEl>
                                        <p:attrNameLst>
                                          <p:attrName>ppt_y</p:attrName>
                                        </p:attrNameLst>
                                      </p:cBhvr>
                                      <p:tavLst>
                                        <p:tav tm="0">
                                          <p:val>
                                            <p:strVal val="#ppt_y-1"/>
                                          </p:val>
                                        </p:tav>
                                        <p:tav tm="100000">
                                          <p:val>
                                            <p:strVal val="#ppt_y"/>
                                          </p:val>
                                        </p:tav>
                                      </p:tavLst>
                                    </p:anim>
                                  </p:childTnLst>
                                </p:cTn>
                              </p:par>
                              <p:par>
                                <p:cTn id="150" presetID="2" presetClass="entr" presetSubtype="1" fill="hold" nodeType="withEffect">
                                  <p:stCondLst>
                                    <p:cond delay="0"/>
                                  </p:stCondLst>
                                  <p:childTnLst>
                                    <p:set>
                                      <p:cBhvr>
                                        <p:cTn id="151" dur="1" fill="hold">
                                          <p:stCondLst>
                                            <p:cond delay="0"/>
                                          </p:stCondLst>
                                        </p:cTn>
                                        <p:tgtEl>
                                          <p:spTgt spid="1072"/>
                                        </p:tgtEl>
                                        <p:attrNameLst>
                                          <p:attrName>style.visibility</p:attrName>
                                        </p:attrNameLst>
                                      </p:cBhvr>
                                      <p:to>
                                        <p:strVal val="visible"/>
                                      </p:to>
                                    </p:set>
                                    <p:anim calcmode="lin" valueType="num">
                                      <p:cBhvr additive="base">
                                        <p:cTn id="152" dur="250"/>
                                        <p:tgtEl>
                                          <p:spTgt spid="1072"/>
                                        </p:tgtEl>
                                        <p:attrNameLst>
                                          <p:attrName>ppt_y</p:attrName>
                                        </p:attrNameLst>
                                      </p:cBhvr>
                                      <p:tavLst>
                                        <p:tav tm="0">
                                          <p:val>
                                            <p:strVal val="#ppt_y-1"/>
                                          </p:val>
                                        </p:tav>
                                        <p:tav tm="100000">
                                          <p:val>
                                            <p:strVal val="#ppt_y"/>
                                          </p:val>
                                        </p:tav>
                                      </p:tavLst>
                                    </p:anim>
                                  </p:childTnLst>
                                </p:cTn>
                              </p:par>
                              <p:par>
                                <p:cTn id="153" presetID="2" presetClass="entr" presetSubtype="1" fill="hold" nodeType="withEffect">
                                  <p:stCondLst>
                                    <p:cond delay="0"/>
                                  </p:stCondLst>
                                  <p:childTnLst>
                                    <p:set>
                                      <p:cBhvr>
                                        <p:cTn id="154" dur="1" fill="hold">
                                          <p:stCondLst>
                                            <p:cond delay="0"/>
                                          </p:stCondLst>
                                        </p:cTn>
                                        <p:tgtEl>
                                          <p:spTgt spid="1073"/>
                                        </p:tgtEl>
                                        <p:attrNameLst>
                                          <p:attrName>style.visibility</p:attrName>
                                        </p:attrNameLst>
                                      </p:cBhvr>
                                      <p:to>
                                        <p:strVal val="visible"/>
                                      </p:to>
                                    </p:set>
                                    <p:anim calcmode="lin" valueType="num">
                                      <p:cBhvr additive="base">
                                        <p:cTn id="155" dur="250"/>
                                        <p:tgtEl>
                                          <p:spTgt spid="1073"/>
                                        </p:tgtEl>
                                        <p:attrNameLst>
                                          <p:attrName>ppt_y</p:attrName>
                                        </p:attrNameLst>
                                      </p:cBhvr>
                                      <p:tavLst>
                                        <p:tav tm="0">
                                          <p:val>
                                            <p:strVal val="#ppt_y-1"/>
                                          </p:val>
                                        </p:tav>
                                        <p:tav tm="100000">
                                          <p:val>
                                            <p:strVal val="#ppt_y"/>
                                          </p:val>
                                        </p:tav>
                                      </p:tavLst>
                                    </p:anim>
                                  </p:childTnLst>
                                </p:cTn>
                              </p:par>
                              <p:par>
                                <p:cTn id="156" presetID="2" presetClass="entr" presetSubtype="1" fill="hold" nodeType="withEffect">
                                  <p:stCondLst>
                                    <p:cond delay="0"/>
                                  </p:stCondLst>
                                  <p:childTnLst>
                                    <p:set>
                                      <p:cBhvr>
                                        <p:cTn id="157" dur="1" fill="hold">
                                          <p:stCondLst>
                                            <p:cond delay="0"/>
                                          </p:stCondLst>
                                        </p:cTn>
                                        <p:tgtEl>
                                          <p:spTgt spid="1074"/>
                                        </p:tgtEl>
                                        <p:attrNameLst>
                                          <p:attrName>style.visibility</p:attrName>
                                        </p:attrNameLst>
                                      </p:cBhvr>
                                      <p:to>
                                        <p:strVal val="visible"/>
                                      </p:to>
                                    </p:set>
                                    <p:anim calcmode="lin" valueType="num">
                                      <p:cBhvr additive="base">
                                        <p:cTn id="158" dur="250"/>
                                        <p:tgtEl>
                                          <p:spTgt spid="1074"/>
                                        </p:tgtEl>
                                        <p:attrNameLst>
                                          <p:attrName>ppt_y</p:attrName>
                                        </p:attrNameLst>
                                      </p:cBhvr>
                                      <p:tavLst>
                                        <p:tav tm="0">
                                          <p:val>
                                            <p:strVal val="#ppt_y-1"/>
                                          </p:val>
                                        </p:tav>
                                        <p:tav tm="100000">
                                          <p:val>
                                            <p:strVal val="#ppt_y"/>
                                          </p:val>
                                        </p:tav>
                                      </p:tavLst>
                                    </p:anim>
                                  </p:childTnLst>
                                </p:cTn>
                              </p:par>
                              <p:par>
                                <p:cTn id="159" presetID="2" presetClass="entr" presetSubtype="1" fill="hold" nodeType="withEffect">
                                  <p:stCondLst>
                                    <p:cond delay="0"/>
                                  </p:stCondLst>
                                  <p:childTnLst>
                                    <p:set>
                                      <p:cBhvr>
                                        <p:cTn id="160" dur="1" fill="hold">
                                          <p:stCondLst>
                                            <p:cond delay="0"/>
                                          </p:stCondLst>
                                        </p:cTn>
                                        <p:tgtEl>
                                          <p:spTgt spid="1075"/>
                                        </p:tgtEl>
                                        <p:attrNameLst>
                                          <p:attrName>style.visibility</p:attrName>
                                        </p:attrNameLst>
                                      </p:cBhvr>
                                      <p:to>
                                        <p:strVal val="visible"/>
                                      </p:to>
                                    </p:set>
                                    <p:anim calcmode="lin" valueType="num">
                                      <p:cBhvr additive="base">
                                        <p:cTn id="161" dur="250"/>
                                        <p:tgtEl>
                                          <p:spTgt spid="1075"/>
                                        </p:tgtEl>
                                        <p:attrNameLst>
                                          <p:attrName>ppt_y</p:attrName>
                                        </p:attrNameLst>
                                      </p:cBhvr>
                                      <p:tavLst>
                                        <p:tav tm="0">
                                          <p:val>
                                            <p:strVal val="#ppt_y-1"/>
                                          </p:val>
                                        </p:tav>
                                        <p:tav tm="100000">
                                          <p:val>
                                            <p:strVal val="#ppt_y"/>
                                          </p:val>
                                        </p:tav>
                                      </p:tavLst>
                                    </p:anim>
                                  </p:childTnLst>
                                </p:cTn>
                              </p:par>
                              <p:par>
                                <p:cTn id="162" presetID="2" presetClass="entr" presetSubtype="1" fill="hold" nodeType="withEffect">
                                  <p:stCondLst>
                                    <p:cond delay="0"/>
                                  </p:stCondLst>
                                  <p:childTnLst>
                                    <p:set>
                                      <p:cBhvr>
                                        <p:cTn id="163" dur="1" fill="hold">
                                          <p:stCondLst>
                                            <p:cond delay="0"/>
                                          </p:stCondLst>
                                        </p:cTn>
                                        <p:tgtEl>
                                          <p:spTgt spid="1076"/>
                                        </p:tgtEl>
                                        <p:attrNameLst>
                                          <p:attrName>style.visibility</p:attrName>
                                        </p:attrNameLst>
                                      </p:cBhvr>
                                      <p:to>
                                        <p:strVal val="visible"/>
                                      </p:to>
                                    </p:set>
                                    <p:anim calcmode="lin" valueType="num">
                                      <p:cBhvr additive="base">
                                        <p:cTn id="164" dur="250"/>
                                        <p:tgtEl>
                                          <p:spTgt spid="1076"/>
                                        </p:tgtEl>
                                        <p:attrNameLst>
                                          <p:attrName>ppt_y</p:attrName>
                                        </p:attrNameLst>
                                      </p:cBhvr>
                                      <p:tavLst>
                                        <p:tav tm="0">
                                          <p:val>
                                            <p:strVal val="#ppt_y-1"/>
                                          </p:val>
                                        </p:tav>
                                        <p:tav tm="100000">
                                          <p:val>
                                            <p:strVal val="#ppt_y"/>
                                          </p:val>
                                        </p:tav>
                                      </p:tavLst>
                                    </p:anim>
                                  </p:childTnLst>
                                </p:cTn>
                              </p:par>
                              <p:par>
                                <p:cTn id="165" presetID="2" presetClass="entr" presetSubtype="1" fill="hold" nodeType="withEffect">
                                  <p:stCondLst>
                                    <p:cond delay="0"/>
                                  </p:stCondLst>
                                  <p:childTnLst>
                                    <p:set>
                                      <p:cBhvr>
                                        <p:cTn id="166" dur="1" fill="hold">
                                          <p:stCondLst>
                                            <p:cond delay="0"/>
                                          </p:stCondLst>
                                        </p:cTn>
                                        <p:tgtEl>
                                          <p:spTgt spid="1077"/>
                                        </p:tgtEl>
                                        <p:attrNameLst>
                                          <p:attrName>style.visibility</p:attrName>
                                        </p:attrNameLst>
                                      </p:cBhvr>
                                      <p:to>
                                        <p:strVal val="visible"/>
                                      </p:to>
                                    </p:set>
                                    <p:anim calcmode="lin" valueType="num">
                                      <p:cBhvr additive="base">
                                        <p:cTn id="167" dur="250"/>
                                        <p:tgtEl>
                                          <p:spTgt spid="1077"/>
                                        </p:tgtEl>
                                        <p:attrNameLst>
                                          <p:attrName>ppt_y</p:attrName>
                                        </p:attrNameLst>
                                      </p:cBhvr>
                                      <p:tavLst>
                                        <p:tav tm="0">
                                          <p:val>
                                            <p:strVal val="#ppt_y-1"/>
                                          </p:val>
                                        </p:tav>
                                        <p:tav tm="100000">
                                          <p:val>
                                            <p:strVal val="#ppt_y"/>
                                          </p:val>
                                        </p:tav>
                                      </p:tavLst>
                                    </p:anim>
                                  </p:childTnLst>
                                </p:cTn>
                              </p:par>
                              <p:par>
                                <p:cTn id="168" presetID="2" presetClass="entr" presetSubtype="1" fill="hold" nodeType="withEffect">
                                  <p:stCondLst>
                                    <p:cond delay="0"/>
                                  </p:stCondLst>
                                  <p:childTnLst>
                                    <p:set>
                                      <p:cBhvr>
                                        <p:cTn id="169" dur="1" fill="hold">
                                          <p:stCondLst>
                                            <p:cond delay="0"/>
                                          </p:stCondLst>
                                        </p:cTn>
                                        <p:tgtEl>
                                          <p:spTgt spid="1078"/>
                                        </p:tgtEl>
                                        <p:attrNameLst>
                                          <p:attrName>style.visibility</p:attrName>
                                        </p:attrNameLst>
                                      </p:cBhvr>
                                      <p:to>
                                        <p:strVal val="visible"/>
                                      </p:to>
                                    </p:set>
                                    <p:anim calcmode="lin" valueType="num">
                                      <p:cBhvr additive="base">
                                        <p:cTn id="170" dur="250"/>
                                        <p:tgtEl>
                                          <p:spTgt spid="1078"/>
                                        </p:tgtEl>
                                        <p:attrNameLst>
                                          <p:attrName>ppt_y</p:attrName>
                                        </p:attrNameLst>
                                      </p:cBhvr>
                                      <p:tavLst>
                                        <p:tav tm="0">
                                          <p:val>
                                            <p:strVal val="#ppt_y-1"/>
                                          </p:val>
                                        </p:tav>
                                        <p:tav tm="100000">
                                          <p:val>
                                            <p:strVal val="#ppt_y"/>
                                          </p:val>
                                        </p:tav>
                                      </p:tavLst>
                                    </p:anim>
                                  </p:childTnLst>
                                </p:cTn>
                              </p:par>
                              <p:par>
                                <p:cTn id="171" presetID="2" presetClass="entr" presetSubtype="1" fill="hold" nodeType="withEffect">
                                  <p:stCondLst>
                                    <p:cond delay="0"/>
                                  </p:stCondLst>
                                  <p:childTnLst>
                                    <p:set>
                                      <p:cBhvr>
                                        <p:cTn id="172" dur="1" fill="hold">
                                          <p:stCondLst>
                                            <p:cond delay="0"/>
                                          </p:stCondLst>
                                        </p:cTn>
                                        <p:tgtEl>
                                          <p:spTgt spid="1079"/>
                                        </p:tgtEl>
                                        <p:attrNameLst>
                                          <p:attrName>style.visibility</p:attrName>
                                        </p:attrNameLst>
                                      </p:cBhvr>
                                      <p:to>
                                        <p:strVal val="visible"/>
                                      </p:to>
                                    </p:set>
                                    <p:anim calcmode="lin" valueType="num">
                                      <p:cBhvr additive="base">
                                        <p:cTn id="173" dur="250"/>
                                        <p:tgtEl>
                                          <p:spTgt spid="1079"/>
                                        </p:tgtEl>
                                        <p:attrNameLst>
                                          <p:attrName>ppt_y</p:attrName>
                                        </p:attrNameLst>
                                      </p:cBhvr>
                                      <p:tavLst>
                                        <p:tav tm="0">
                                          <p:val>
                                            <p:strVal val="#ppt_y-1"/>
                                          </p:val>
                                        </p:tav>
                                        <p:tav tm="100000">
                                          <p:val>
                                            <p:strVal val="#ppt_y"/>
                                          </p:val>
                                        </p:tav>
                                      </p:tavLst>
                                    </p:anim>
                                  </p:childTnLst>
                                </p:cTn>
                              </p:par>
                              <p:par>
                                <p:cTn id="174" presetID="2" presetClass="entr" presetSubtype="1" fill="hold" nodeType="withEffect">
                                  <p:stCondLst>
                                    <p:cond delay="0"/>
                                  </p:stCondLst>
                                  <p:childTnLst>
                                    <p:set>
                                      <p:cBhvr>
                                        <p:cTn id="175" dur="1" fill="hold">
                                          <p:stCondLst>
                                            <p:cond delay="0"/>
                                          </p:stCondLst>
                                        </p:cTn>
                                        <p:tgtEl>
                                          <p:spTgt spid="1084"/>
                                        </p:tgtEl>
                                        <p:attrNameLst>
                                          <p:attrName>style.visibility</p:attrName>
                                        </p:attrNameLst>
                                      </p:cBhvr>
                                      <p:to>
                                        <p:strVal val="visible"/>
                                      </p:to>
                                    </p:set>
                                    <p:anim calcmode="lin" valueType="num">
                                      <p:cBhvr additive="base">
                                        <p:cTn id="176" dur="250"/>
                                        <p:tgtEl>
                                          <p:spTgt spid="1084"/>
                                        </p:tgtEl>
                                        <p:attrNameLst>
                                          <p:attrName>ppt_y</p:attrName>
                                        </p:attrNameLst>
                                      </p:cBhvr>
                                      <p:tavLst>
                                        <p:tav tm="0">
                                          <p:val>
                                            <p:strVal val="#ppt_y-1"/>
                                          </p:val>
                                        </p:tav>
                                        <p:tav tm="100000">
                                          <p:val>
                                            <p:strVal val="#ppt_y"/>
                                          </p:val>
                                        </p:tav>
                                      </p:tavLst>
                                    </p:anim>
                                  </p:childTnLst>
                                </p:cTn>
                              </p:par>
                              <p:par>
                                <p:cTn id="177" presetID="2" presetClass="entr" presetSubtype="1" fill="hold" nodeType="withEffect">
                                  <p:stCondLst>
                                    <p:cond delay="0"/>
                                  </p:stCondLst>
                                  <p:childTnLst>
                                    <p:set>
                                      <p:cBhvr>
                                        <p:cTn id="178" dur="1" fill="hold">
                                          <p:stCondLst>
                                            <p:cond delay="0"/>
                                          </p:stCondLst>
                                        </p:cTn>
                                        <p:tgtEl>
                                          <p:spTgt spid="1081"/>
                                        </p:tgtEl>
                                        <p:attrNameLst>
                                          <p:attrName>style.visibility</p:attrName>
                                        </p:attrNameLst>
                                      </p:cBhvr>
                                      <p:to>
                                        <p:strVal val="visible"/>
                                      </p:to>
                                    </p:set>
                                    <p:anim calcmode="lin" valueType="num">
                                      <p:cBhvr additive="base">
                                        <p:cTn id="179" dur="250"/>
                                        <p:tgtEl>
                                          <p:spTgt spid="1081"/>
                                        </p:tgtEl>
                                        <p:attrNameLst>
                                          <p:attrName>ppt_y</p:attrName>
                                        </p:attrNameLst>
                                      </p:cBhvr>
                                      <p:tavLst>
                                        <p:tav tm="0">
                                          <p:val>
                                            <p:strVal val="#ppt_y-1"/>
                                          </p:val>
                                        </p:tav>
                                        <p:tav tm="100000">
                                          <p:val>
                                            <p:strVal val="#ppt_y"/>
                                          </p:val>
                                        </p:tav>
                                      </p:tavLst>
                                    </p:anim>
                                  </p:childTnLst>
                                </p:cTn>
                              </p:par>
                              <p:par>
                                <p:cTn id="180" presetID="2" presetClass="entr" presetSubtype="1" fill="hold" nodeType="withEffect">
                                  <p:stCondLst>
                                    <p:cond delay="0"/>
                                  </p:stCondLst>
                                  <p:childTnLst>
                                    <p:set>
                                      <p:cBhvr>
                                        <p:cTn id="181" dur="1" fill="hold">
                                          <p:stCondLst>
                                            <p:cond delay="0"/>
                                          </p:stCondLst>
                                        </p:cTn>
                                        <p:tgtEl>
                                          <p:spTgt spid="1082"/>
                                        </p:tgtEl>
                                        <p:attrNameLst>
                                          <p:attrName>style.visibility</p:attrName>
                                        </p:attrNameLst>
                                      </p:cBhvr>
                                      <p:to>
                                        <p:strVal val="visible"/>
                                      </p:to>
                                    </p:set>
                                    <p:anim calcmode="lin" valueType="num">
                                      <p:cBhvr additive="base">
                                        <p:cTn id="182" dur="250"/>
                                        <p:tgtEl>
                                          <p:spTgt spid="1082"/>
                                        </p:tgtEl>
                                        <p:attrNameLst>
                                          <p:attrName>ppt_y</p:attrName>
                                        </p:attrNameLst>
                                      </p:cBhvr>
                                      <p:tavLst>
                                        <p:tav tm="0">
                                          <p:val>
                                            <p:strVal val="#ppt_y-1"/>
                                          </p:val>
                                        </p:tav>
                                        <p:tav tm="100000">
                                          <p:val>
                                            <p:strVal val="#ppt_y"/>
                                          </p:val>
                                        </p:tav>
                                      </p:tavLst>
                                    </p:anim>
                                  </p:childTnLst>
                                </p:cTn>
                              </p:par>
                              <p:par>
                                <p:cTn id="183" presetID="2" presetClass="entr" presetSubtype="1" fill="hold" nodeType="withEffect">
                                  <p:stCondLst>
                                    <p:cond delay="0"/>
                                  </p:stCondLst>
                                  <p:childTnLst>
                                    <p:set>
                                      <p:cBhvr>
                                        <p:cTn id="184" dur="1" fill="hold">
                                          <p:stCondLst>
                                            <p:cond delay="0"/>
                                          </p:stCondLst>
                                        </p:cTn>
                                        <p:tgtEl>
                                          <p:spTgt spid="1083"/>
                                        </p:tgtEl>
                                        <p:attrNameLst>
                                          <p:attrName>style.visibility</p:attrName>
                                        </p:attrNameLst>
                                      </p:cBhvr>
                                      <p:to>
                                        <p:strVal val="visible"/>
                                      </p:to>
                                    </p:set>
                                    <p:anim calcmode="lin" valueType="num">
                                      <p:cBhvr additive="base">
                                        <p:cTn id="185" dur="250"/>
                                        <p:tgtEl>
                                          <p:spTgt spid="1083"/>
                                        </p:tgtEl>
                                        <p:attrNameLst>
                                          <p:attrName>ppt_y</p:attrName>
                                        </p:attrNameLst>
                                      </p:cBhvr>
                                      <p:tavLst>
                                        <p:tav tm="0">
                                          <p:val>
                                            <p:strVal val="#ppt_y-1"/>
                                          </p:val>
                                        </p:tav>
                                        <p:tav tm="100000">
                                          <p:val>
                                            <p:strVal val="#ppt_y"/>
                                          </p:val>
                                        </p:tav>
                                      </p:tavLst>
                                    </p:anim>
                                  </p:childTnLst>
                                </p:cTn>
                              </p:par>
                              <p:par>
                                <p:cTn id="186" presetID="2" presetClass="entr" presetSubtype="1" fill="hold" nodeType="withEffect">
                                  <p:stCondLst>
                                    <p:cond delay="0"/>
                                  </p:stCondLst>
                                  <p:childTnLst>
                                    <p:set>
                                      <p:cBhvr>
                                        <p:cTn id="187" dur="1" fill="hold">
                                          <p:stCondLst>
                                            <p:cond delay="0"/>
                                          </p:stCondLst>
                                        </p:cTn>
                                        <p:tgtEl>
                                          <p:spTgt spid="1084"/>
                                        </p:tgtEl>
                                        <p:attrNameLst>
                                          <p:attrName>style.visibility</p:attrName>
                                        </p:attrNameLst>
                                      </p:cBhvr>
                                      <p:to>
                                        <p:strVal val="visible"/>
                                      </p:to>
                                    </p:set>
                                    <p:anim calcmode="lin" valueType="num">
                                      <p:cBhvr additive="base">
                                        <p:cTn id="188" dur="250"/>
                                        <p:tgtEl>
                                          <p:spTgt spid="1084"/>
                                        </p:tgtEl>
                                        <p:attrNameLst>
                                          <p:attrName>ppt_y</p:attrName>
                                        </p:attrNameLst>
                                      </p:cBhvr>
                                      <p:tavLst>
                                        <p:tav tm="0">
                                          <p:val>
                                            <p:strVal val="#ppt_y-1"/>
                                          </p:val>
                                        </p:tav>
                                        <p:tav tm="100000">
                                          <p:val>
                                            <p:strVal val="#ppt_y"/>
                                          </p:val>
                                        </p:tav>
                                      </p:tavLst>
                                    </p:anim>
                                  </p:childTnLst>
                                </p:cTn>
                              </p:par>
                              <p:par>
                                <p:cTn id="189" presetID="2" presetClass="entr" presetSubtype="1" fill="hold" nodeType="withEffect">
                                  <p:stCondLst>
                                    <p:cond delay="0"/>
                                  </p:stCondLst>
                                  <p:childTnLst>
                                    <p:set>
                                      <p:cBhvr>
                                        <p:cTn id="190" dur="1" fill="hold">
                                          <p:stCondLst>
                                            <p:cond delay="0"/>
                                          </p:stCondLst>
                                        </p:cTn>
                                        <p:tgtEl>
                                          <p:spTgt spid="1085"/>
                                        </p:tgtEl>
                                        <p:attrNameLst>
                                          <p:attrName>style.visibility</p:attrName>
                                        </p:attrNameLst>
                                      </p:cBhvr>
                                      <p:to>
                                        <p:strVal val="visible"/>
                                      </p:to>
                                    </p:set>
                                    <p:anim calcmode="lin" valueType="num">
                                      <p:cBhvr additive="base">
                                        <p:cTn id="191" dur="250"/>
                                        <p:tgtEl>
                                          <p:spTgt spid="1085"/>
                                        </p:tgtEl>
                                        <p:attrNameLst>
                                          <p:attrName>ppt_y</p:attrName>
                                        </p:attrNameLst>
                                      </p:cBhvr>
                                      <p:tavLst>
                                        <p:tav tm="0">
                                          <p:val>
                                            <p:strVal val="#ppt_y-1"/>
                                          </p:val>
                                        </p:tav>
                                        <p:tav tm="100000">
                                          <p:val>
                                            <p:strVal val="#ppt_y"/>
                                          </p:val>
                                        </p:tav>
                                      </p:tavLst>
                                    </p:anim>
                                  </p:childTnLst>
                                </p:cTn>
                              </p:par>
                              <p:par>
                                <p:cTn id="192" presetID="2" presetClass="entr" presetSubtype="1" fill="hold" nodeType="withEffect">
                                  <p:stCondLst>
                                    <p:cond delay="0"/>
                                  </p:stCondLst>
                                  <p:childTnLst>
                                    <p:set>
                                      <p:cBhvr>
                                        <p:cTn id="193" dur="1" fill="hold">
                                          <p:stCondLst>
                                            <p:cond delay="0"/>
                                          </p:stCondLst>
                                        </p:cTn>
                                        <p:tgtEl>
                                          <p:spTgt spid="1080"/>
                                        </p:tgtEl>
                                        <p:attrNameLst>
                                          <p:attrName>style.visibility</p:attrName>
                                        </p:attrNameLst>
                                      </p:cBhvr>
                                      <p:to>
                                        <p:strVal val="visible"/>
                                      </p:to>
                                    </p:set>
                                    <p:anim calcmode="lin" valueType="num">
                                      <p:cBhvr additive="base">
                                        <p:cTn id="194" dur="250"/>
                                        <p:tgtEl>
                                          <p:spTgt spid="1080"/>
                                        </p:tgtEl>
                                        <p:attrNameLst>
                                          <p:attrName>ppt_y</p:attrName>
                                        </p:attrNameLst>
                                      </p:cBhvr>
                                      <p:tavLst>
                                        <p:tav tm="0">
                                          <p:val>
                                            <p:strVal val="#ppt_y-1"/>
                                          </p:val>
                                        </p:tav>
                                        <p:tav tm="100000">
                                          <p:val>
                                            <p:strVal val="#ppt_y"/>
                                          </p:val>
                                        </p:tav>
                                      </p:tavLst>
                                    </p:anim>
                                  </p:childTnLst>
                                </p:cTn>
                              </p:par>
                              <p:par>
                                <p:cTn id="195" presetID="2" presetClass="entr" presetSubtype="1" fill="hold" nodeType="withEffect">
                                  <p:stCondLst>
                                    <p:cond delay="0"/>
                                  </p:stCondLst>
                                  <p:childTnLst>
                                    <p:set>
                                      <p:cBhvr>
                                        <p:cTn id="196" dur="1" fill="hold">
                                          <p:stCondLst>
                                            <p:cond delay="0"/>
                                          </p:stCondLst>
                                        </p:cTn>
                                        <p:tgtEl>
                                          <p:spTgt spid="1086"/>
                                        </p:tgtEl>
                                        <p:attrNameLst>
                                          <p:attrName>style.visibility</p:attrName>
                                        </p:attrNameLst>
                                      </p:cBhvr>
                                      <p:to>
                                        <p:strVal val="visible"/>
                                      </p:to>
                                    </p:set>
                                    <p:anim calcmode="lin" valueType="num">
                                      <p:cBhvr additive="base">
                                        <p:cTn id="197" dur="250"/>
                                        <p:tgtEl>
                                          <p:spTgt spid="1086"/>
                                        </p:tgtEl>
                                        <p:attrNameLst>
                                          <p:attrName>ppt_y</p:attrName>
                                        </p:attrNameLst>
                                      </p:cBhvr>
                                      <p:tavLst>
                                        <p:tav tm="0">
                                          <p:val>
                                            <p:strVal val="#ppt_y-1"/>
                                          </p:val>
                                        </p:tav>
                                        <p:tav tm="100000">
                                          <p:val>
                                            <p:strVal val="#ppt_y"/>
                                          </p:val>
                                        </p:tav>
                                      </p:tavLst>
                                    </p:anim>
                                  </p:childTnLst>
                                </p:cTn>
                              </p:par>
                              <p:par>
                                <p:cTn id="198" presetID="2" presetClass="entr" presetSubtype="1" fill="hold" nodeType="withEffect">
                                  <p:stCondLst>
                                    <p:cond delay="0"/>
                                  </p:stCondLst>
                                  <p:childTnLst>
                                    <p:set>
                                      <p:cBhvr>
                                        <p:cTn id="199" dur="1" fill="hold">
                                          <p:stCondLst>
                                            <p:cond delay="0"/>
                                          </p:stCondLst>
                                        </p:cTn>
                                        <p:tgtEl>
                                          <p:spTgt spid="1087"/>
                                        </p:tgtEl>
                                        <p:attrNameLst>
                                          <p:attrName>style.visibility</p:attrName>
                                        </p:attrNameLst>
                                      </p:cBhvr>
                                      <p:to>
                                        <p:strVal val="visible"/>
                                      </p:to>
                                    </p:set>
                                    <p:anim calcmode="lin" valueType="num">
                                      <p:cBhvr additive="base">
                                        <p:cTn id="200" dur="250"/>
                                        <p:tgtEl>
                                          <p:spTgt spid="1087"/>
                                        </p:tgtEl>
                                        <p:attrNameLst>
                                          <p:attrName>ppt_y</p:attrName>
                                        </p:attrNameLst>
                                      </p:cBhvr>
                                      <p:tavLst>
                                        <p:tav tm="0">
                                          <p:val>
                                            <p:strVal val="#ppt_y-1"/>
                                          </p:val>
                                        </p:tav>
                                        <p:tav tm="100000">
                                          <p:val>
                                            <p:strVal val="#ppt_y"/>
                                          </p:val>
                                        </p:tav>
                                      </p:tavLst>
                                    </p:anim>
                                  </p:childTnLst>
                                </p:cTn>
                              </p:par>
                              <p:par>
                                <p:cTn id="201" presetID="2" presetClass="entr" presetSubtype="1" fill="hold" nodeType="withEffect">
                                  <p:stCondLst>
                                    <p:cond delay="0"/>
                                  </p:stCondLst>
                                  <p:childTnLst>
                                    <p:set>
                                      <p:cBhvr>
                                        <p:cTn id="202" dur="1" fill="hold">
                                          <p:stCondLst>
                                            <p:cond delay="0"/>
                                          </p:stCondLst>
                                        </p:cTn>
                                        <p:tgtEl>
                                          <p:spTgt spid="1088"/>
                                        </p:tgtEl>
                                        <p:attrNameLst>
                                          <p:attrName>style.visibility</p:attrName>
                                        </p:attrNameLst>
                                      </p:cBhvr>
                                      <p:to>
                                        <p:strVal val="visible"/>
                                      </p:to>
                                    </p:set>
                                    <p:anim calcmode="lin" valueType="num">
                                      <p:cBhvr additive="base">
                                        <p:cTn id="203" dur="250"/>
                                        <p:tgtEl>
                                          <p:spTgt spid="1088"/>
                                        </p:tgtEl>
                                        <p:attrNameLst>
                                          <p:attrName>ppt_y</p:attrName>
                                        </p:attrNameLst>
                                      </p:cBhvr>
                                      <p:tavLst>
                                        <p:tav tm="0">
                                          <p:val>
                                            <p:strVal val="#ppt_y-1"/>
                                          </p:val>
                                        </p:tav>
                                        <p:tav tm="100000">
                                          <p:val>
                                            <p:strVal val="#ppt_y"/>
                                          </p:val>
                                        </p:tav>
                                      </p:tavLst>
                                    </p:anim>
                                  </p:childTnLst>
                                </p:cTn>
                              </p:par>
                              <p:par>
                                <p:cTn id="204" presetID="2" presetClass="entr" presetSubtype="1" fill="hold" nodeType="withEffect">
                                  <p:stCondLst>
                                    <p:cond delay="0"/>
                                  </p:stCondLst>
                                  <p:childTnLst>
                                    <p:set>
                                      <p:cBhvr>
                                        <p:cTn id="205" dur="1" fill="hold">
                                          <p:stCondLst>
                                            <p:cond delay="0"/>
                                          </p:stCondLst>
                                        </p:cTn>
                                        <p:tgtEl>
                                          <p:spTgt spid="1089"/>
                                        </p:tgtEl>
                                        <p:attrNameLst>
                                          <p:attrName>style.visibility</p:attrName>
                                        </p:attrNameLst>
                                      </p:cBhvr>
                                      <p:to>
                                        <p:strVal val="visible"/>
                                      </p:to>
                                    </p:set>
                                    <p:anim calcmode="lin" valueType="num">
                                      <p:cBhvr additive="base">
                                        <p:cTn id="206" dur="250"/>
                                        <p:tgtEl>
                                          <p:spTgt spid="1089"/>
                                        </p:tgtEl>
                                        <p:attrNameLst>
                                          <p:attrName>ppt_y</p:attrName>
                                        </p:attrNameLst>
                                      </p:cBhvr>
                                      <p:tavLst>
                                        <p:tav tm="0">
                                          <p:val>
                                            <p:strVal val="#ppt_y-1"/>
                                          </p:val>
                                        </p:tav>
                                        <p:tav tm="100000">
                                          <p:val>
                                            <p:strVal val="#ppt_y"/>
                                          </p:val>
                                        </p:tav>
                                      </p:tavLst>
                                    </p:anim>
                                  </p:childTnLst>
                                </p:cTn>
                              </p:par>
                              <p:par>
                                <p:cTn id="207" presetID="2" presetClass="entr" presetSubtype="1" fill="hold" nodeType="withEffect">
                                  <p:stCondLst>
                                    <p:cond delay="0"/>
                                  </p:stCondLst>
                                  <p:childTnLst>
                                    <p:set>
                                      <p:cBhvr>
                                        <p:cTn id="208" dur="1" fill="hold">
                                          <p:stCondLst>
                                            <p:cond delay="0"/>
                                          </p:stCondLst>
                                        </p:cTn>
                                        <p:tgtEl>
                                          <p:spTgt spid="1090"/>
                                        </p:tgtEl>
                                        <p:attrNameLst>
                                          <p:attrName>style.visibility</p:attrName>
                                        </p:attrNameLst>
                                      </p:cBhvr>
                                      <p:to>
                                        <p:strVal val="visible"/>
                                      </p:to>
                                    </p:set>
                                    <p:anim calcmode="lin" valueType="num">
                                      <p:cBhvr additive="base">
                                        <p:cTn id="209" dur="250"/>
                                        <p:tgtEl>
                                          <p:spTgt spid="1090"/>
                                        </p:tgtEl>
                                        <p:attrNameLst>
                                          <p:attrName>ppt_y</p:attrName>
                                        </p:attrNameLst>
                                      </p:cBhvr>
                                      <p:tavLst>
                                        <p:tav tm="0">
                                          <p:val>
                                            <p:strVal val="#ppt_y-1"/>
                                          </p:val>
                                        </p:tav>
                                        <p:tav tm="100000">
                                          <p:val>
                                            <p:strVal val="#ppt_y"/>
                                          </p:val>
                                        </p:tav>
                                      </p:tavLst>
                                    </p:anim>
                                  </p:childTnLst>
                                </p:cTn>
                              </p:par>
                              <p:par>
                                <p:cTn id="210" presetID="2" presetClass="entr" presetSubtype="1" fill="hold" nodeType="withEffect">
                                  <p:stCondLst>
                                    <p:cond delay="0"/>
                                  </p:stCondLst>
                                  <p:childTnLst>
                                    <p:set>
                                      <p:cBhvr>
                                        <p:cTn id="211" dur="1" fill="hold">
                                          <p:stCondLst>
                                            <p:cond delay="0"/>
                                          </p:stCondLst>
                                        </p:cTn>
                                        <p:tgtEl>
                                          <p:spTgt spid="1091"/>
                                        </p:tgtEl>
                                        <p:attrNameLst>
                                          <p:attrName>style.visibility</p:attrName>
                                        </p:attrNameLst>
                                      </p:cBhvr>
                                      <p:to>
                                        <p:strVal val="visible"/>
                                      </p:to>
                                    </p:set>
                                    <p:anim calcmode="lin" valueType="num">
                                      <p:cBhvr additive="base">
                                        <p:cTn id="212" dur="250"/>
                                        <p:tgtEl>
                                          <p:spTgt spid="1091"/>
                                        </p:tgtEl>
                                        <p:attrNameLst>
                                          <p:attrName>ppt_y</p:attrName>
                                        </p:attrNameLst>
                                      </p:cBhvr>
                                      <p:tavLst>
                                        <p:tav tm="0">
                                          <p:val>
                                            <p:strVal val="#ppt_y-1"/>
                                          </p:val>
                                        </p:tav>
                                        <p:tav tm="100000">
                                          <p:val>
                                            <p:strVal val="#ppt_y"/>
                                          </p:val>
                                        </p:tav>
                                      </p:tavLst>
                                    </p:anim>
                                  </p:childTnLst>
                                </p:cTn>
                              </p:par>
                              <p:par>
                                <p:cTn id="213" presetID="2" presetClass="entr" presetSubtype="1" fill="hold" nodeType="withEffect">
                                  <p:stCondLst>
                                    <p:cond delay="0"/>
                                  </p:stCondLst>
                                  <p:childTnLst>
                                    <p:set>
                                      <p:cBhvr>
                                        <p:cTn id="214" dur="1" fill="hold">
                                          <p:stCondLst>
                                            <p:cond delay="0"/>
                                          </p:stCondLst>
                                        </p:cTn>
                                        <p:tgtEl>
                                          <p:spTgt spid="1092"/>
                                        </p:tgtEl>
                                        <p:attrNameLst>
                                          <p:attrName>style.visibility</p:attrName>
                                        </p:attrNameLst>
                                      </p:cBhvr>
                                      <p:to>
                                        <p:strVal val="visible"/>
                                      </p:to>
                                    </p:set>
                                    <p:anim calcmode="lin" valueType="num">
                                      <p:cBhvr additive="base">
                                        <p:cTn id="215" dur="250"/>
                                        <p:tgtEl>
                                          <p:spTgt spid="1092"/>
                                        </p:tgtEl>
                                        <p:attrNameLst>
                                          <p:attrName>ppt_y</p:attrName>
                                        </p:attrNameLst>
                                      </p:cBhvr>
                                      <p:tavLst>
                                        <p:tav tm="0">
                                          <p:val>
                                            <p:strVal val="#ppt_y-1"/>
                                          </p:val>
                                        </p:tav>
                                        <p:tav tm="100000">
                                          <p:val>
                                            <p:strVal val="#ppt_y"/>
                                          </p:val>
                                        </p:tav>
                                      </p:tavLst>
                                    </p:anim>
                                  </p:childTnLst>
                                </p:cTn>
                              </p:par>
                              <p:par>
                                <p:cTn id="216" presetID="2" presetClass="entr" presetSubtype="1" fill="hold" nodeType="withEffect">
                                  <p:stCondLst>
                                    <p:cond delay="0"/>
                                  </p:stCondLst>
                                  <p:childTnLst>
                                    <p:set>
                                      <p:cBhvr>
                                        <p:cTn id="217" dur="1" fill="hold">
                                          <p:stCondLst>
                                            <p:cond delay="0"/>
                                          </p:stCondLst>
                                        </p:cTn>
                                        <p:tgtEl>
                                          <p:spTgt spid="1093"/>
                                        </p:tgtEl>
                                        <p:attrNameLst>
                                          <p:attrName>style.visibility</p:attrName>
                                        </p:attrNameLst>
                                      </p:cBhvr>
                                      <p:to>
                                        <p:strVal val="visible"/>
                                      </p:to>
                                    </p:set>
                                    <p:anim calcmode="lin" valueType="num">
                                      <p:cBhvr additive="base">
                                        <p:cTn id="218" dur="250"/>
                                        <p:tgtEl>
                                          <p:spTgt spid="1093"/>
                                        </p:tgtEl>
                                        <p:attrNameLst>
                                          <p:attrName>ppt_y</p:attrName>
                                        </p:attrNameLst>
                                      </p:cBhvr>
                                      <p:tavLst>
                                        <p:tav tm="0">
                                          <p:val>
                                            <p:strVal val="#ppt_y-1"/>
                                          </p:val>
                                        </p:tav>
                                        <p:tav tm="100000">
                                          <p:val>
                                            <p:strVal val="#ppt_y"/>
                                          </p:val>
                                        </p:tav>
                                      </p:tavLst>
                                    </p:anim>
                                  </p:childTnLst>
                                </p:cTn>
                              </p:par>
                              <p:par>
                                <p:cTn id="219" presetID="2" presetClass="entr" presetSubtype="1" fill="hold" nodeType="withEffect">
                                  <p:stCondLst>
                                    <p:cond delay="0"/>
                                  </p:stCondLst>
                                  <p:childTnLst>
                                    <p:set>
                                      <p:cBhvr>
                                        <p:cTn id="220" dur="1" fill="hold">
                                          <p:stCondLst>
                                            <p:cond delay="0"/>
                                          </p:stCondLst>
                                        </p:cTn>
                                        <p:tgtEl>
                                          <p:spTgt spid="1094"/>
                                        </p:tgtEl>
                                        <p:attrNameLst>
                                          <p:attrName>style.visibility</p:attrName>
                                        </p:attrNameLst>
                                      </p:cBhvr>
                                      <p:to>
                                        <p:strVal val="visible"/>
                                      </p:to>
                                    </p:set>
                                    <p:anim calcmode="lin" valueType="num">
                                      <p:cBhvr additive="base">
                                        <p:cTn id="221" dur="250"/>
                                        <p:tgtEl>
                                          <p:spTgt spid="1094"/>
                                        </p:tgtEl>
                                        <p:attrNameLst>
                                          <p:attrName>ppt_y</p:attrName>
                                        </p:attrNameLst>
                                      </p:cBhvr>
                                      <p:tavLst>
                                        <p:tav tm="0">
                                          <p:val>
                                            <p:strVal val="#ppt_y-1"/>
                                          </p:val>
                                        </p:tav>
                                        <p:tav tm="100000">
                                          <p:val>
                                            <p:strVal val="#ppt_y"/>
                                          </p:val>
                                        </p:tav>
                                      </p:tavLst>
                                    </p:anim>
                                  </p:childTnLst>
                                </p:cTn>
                              </p:par>
                              <p:par>
                                <p:cTn id="222" presetID="2" presetClass="entr" presetSubtype="1" fill="hold" nodeType="withEffect">
                                  <p:stCondLst>
                                    <p:cond delay="0"/>
                                  </p:stCondLst>
                                  <p:childTnLst>
                                    <p:set>
                                      <p:cBhvr>
                                        <p:cTn id="223" dur="1" fill="hold">
                                          <p:stCondLst>
                                            <p:cond delay="0"/>
                                          </p:stCondLst>
                                        </p:cTn>
                                        <p:tgtEl>
                                          <p:spTgt spid="1095"/>
                                        </p:tgtEl>
                                        <p:attrNameLst>
                                          <p:attrName>style.visibility</p:attrName>
                                        </p:attrNameLst>
                                      </p:cBhvr>
                                      <p:to>
                                        <p:strVal val="visible"/>
                                      </p:to>
                                    </p:set>
                                    <p:anim calcmode="lin" valueType="num">
                                      <p:cBhvr additive="base">
                                        <p:cTn id="224" dur="250"/>
                                        <p:tgtEl>
                                          <p:spTgt spid="1095"/>
                                        </p:tgtEl>
                                        <p:attrNameLst>
                                          <p:attrName>ppt_y</p:attrName>
                                        </p:attrNameLst>
                                      </p:cBhvr>
                                      <p:tavLst>
                                        <p:tav tm="0">
                                          <p:val>
                                            <p:strVal val="#ppt_y-1"/>
                                          </p:val>
                                        </p:tav>
                                        <p:tav tm="100000">
                                          <p:val>
                                            <p:strVal val="#ppt_y"/>
                                          </p:val>
                                        </p:tav>
                                      </p:tavLst>
                                    </p:anim>
                                  </p:childTnLst>
                                </p:cTn>
                              </p:par>
                              <p:par>
                                <p:cTn id="225" presetID="2" presetClass="entr" presetSubtype="1" fill="hold" nodeType="withEffect">
                                  <p:stCondLst>
                                    <p:cond delay="0"/>
                                  </p:stCondLst>
                                  <p:childTnLst>
                                    <p:set>
                                      <p:cBhvr>
                                        <p:cTn id="226" dur="1" fill="hold">
                                          <p:stCondLst>
                                            <p:cond delay="0"/>
                                          </p:stCondLst>
                                        </p:cTn>
                                        <p:tgtEl>
                                          <p:spTgt spid="1096"/>
                                        </p:tgtEl>
                                        <p:attrNameLst>
                                          <p:attrName>style.visibility</p:attrName>
                                        </p:attrNameLst>
                                      </p:cBhvr>
                                      <p:to>
                                        <p:strVal val="visible"/>
                                      </p:to>
                                    </p:set>
                                    <p:anim calcmode="lin" valueType="num">
                                      <p:cBhvr additive="base">
                                        <p:cTn id="227" dur="250"/>
                                        <p:tgtEl>
                                          <p:spTgt spid="1096"/>
                                        </p:tgtEl>
                                        <p:attrNameLst>
                                          <p:attrName>ppt_y</p:attrName>
                                        </p:attrNameLst>
                                      </p:cBhvr>
                                      <p:tavLst>
                                        <p:tav tm="0">
                                          <p:val>
                                            <p:strVal val="#ppt_y-1"/>
                                          </p:val>
                                        </p:tav>
                                        <p:tav tm="100000">
                                          <p:val>
                                            <p:strVal val="#ppt_y"/>
                                          </p:val>
                                        </p:tav>
                                      </p:tavLst>
                                    </p:anim>
                                  </p:childTnLst>
                                </p:cTn>
                              </p:par>
                              <p:par>
                                <p:cTn id="228" presetID="2" presetClass="entr" presetSubtype="1" fill="hold" nodeType="withEffect">
                                  <p:stCondLst>
                                    <p:cond delay="0"/>
                                  </p:stCondLst>
                                  <p:childTnLst>
                                    <p:set>
                                      <p:cBhvr>
                                        <p:cTn id="229" dur="1" fill="hold">
                                          <p:stCondLst>
                                            <p:cond delay="0"/>
                                          </p:stCondLst>
                                        </p:cTn>
                                        <p:tgtEl>
                                          <p:spTgt spid="1097"/>
                                        </p:tgtEl>
                                        <p:attrNameLst>
                                          <p:attrName>style.visibility</p:attrName>
                                        </p:attrNameLst>
                                      </p:cBhvr>
                                      <p:to>
                                        <p:strVal val="visible"/>
                                      </p:to>
                                    </p:set>
                                    <p:anim calcmode="lin" valueType="num">
                                      <p:cBhvr additive="base">
                                        <p:cTn id="230" dur="250"/>
                                        <p:tgtEl>
                                          <p:spTgt spid="1097"/>
                                        </p:tgtEl>
                                        <p:attrNameLst>
                                          <p:attrName>ppt_y</p:attrName>
                                        </p:attrNameLst>
                                      </p:cBhvr>
                                      <p:tavLst>
                                        <p:tav tm="0">
                                          <p:val>
                                            <p:strVal val="#ppt_y-1"/>
                                          </p:val>
                                        </p:tav>
                                        <p:tav tm="100000">
                                          <p:val>
                                            <p:strVal val="#ppt_y"/>
                                          </p:val>
                                        </p:tav>
                                      </p:tavLst>
                                    </p:anim>
                                  </p:childTnLst>
                                </p:cTn>
                              </p:par>
                              <p:par>
                                <p:cTn id="231" presetID="2" presetClass="entr" presetSubtype="1" fill="hold" nodeType="withEffect">
                                  <p:stCondLst>
                                    <p:cond delay="0"/>
                                  </p:stCondLst>
                                  <p:childTnLst>
                                    <p:set>
                                      <p:cBhvr>
                                        <p:cTn id="232" dur="1" fill="hold">
                                          <p:stCondLst>
                                            <p:cond delay="0"/>
                                          </p:stCondLst>
                                        </p:cTn>
                                        <p:tgtEl>
                                          <p:spTgt spid="1098"/>
                                        </p:tgtEl>
                                        <p:attrNameLst>
                                          <p:attrName>style.visibility</p:attrName>
                                        </p:attrNameLst>
                                      </p:cBhvr>
                                      <p:to>
                                        <p:strVal val="visible"/>
                                      </p:to>
                                    </p:set>
                                    <p:anim calcmode="lin" valueType="num">
                                      <p:cBhvr additive="base">
                                        <p:cTn id="233" dur="250"/>
                                        <p:tgtEl>
                                          <p:spTgt spid="1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26"/>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104" name="Google Shape;1104;p26"/>
          <p:cNvGrpSpPr/>
          <p:nvPr/>
        </p:nvGrpSpPr>
        <p:grpSpPr>
          <a:xfrm>
            <a:off x="174713" y="1882618"/>
            <a:ext cx="11937048" cy="895278"/>
            <a:chOff x="0" y="727498"/>
            <a:chExt cx="11937048" cy="895278"/>
          </a:xfrm>
        </p:grpSpPr>
        <p:sp>
          <p:nvSpPr>
            <p:cNvPr id="1105" name="Google Shape;1105;p26"/>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107" name="Google Shape;1107;p26"/>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109" name="Google Shape;1109;p26"/>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111" name="Google Shape;1111;p26"/>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113" name="Google Shape;1113;p26"/>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115" name="Google Shape;1115;p26"/>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117" name="Google Shape;1117;p26"/>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119" name="Google Shape;1119;p26"/>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121" name="Google Shape;1121;p26"/>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123" name="Google Shape;1123;p26"/>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125" name="Google Shape;1125;p26"/>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127" name="Google Shape;1127;p26"/>
          <p:cNvGrpSpPr/>
          <p:nvPr/>
        </p:nvGrpSpPr>
        <p:grpSpPr>
          <a:xfrm>
            <a:off x="221220" y="2874818"/>
            <a:ext cx="1376924" cy="1261156"/>
            <a:chOff x="2901073" y="1621694"/>
            <a:chExt cx="4833184" cy="4426824"/>
          </a:xfrm>
        </p:grpSpPr>
        <p:sp>
          <p:nvSpPr>
            <p:cNvPr id="1128" name="Google Shape;1128;p2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29" name="Google Shape;1129;p2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30" name="Google Shape;1130;p26"/>
          <p:cNvGrpSpPr/>
          <p:nvPr/>
        </p:nvGrpSpPr>
        <p:grpSpPr>
          <a:xfrm>
            <a:off x="2345051" y="2875411"/>
            <a:ext cx="1376924" cy="1261156"/>
            <a:chOff x="2345051" y="2875411"/>
            <a:chExt cx="1376924" cy="1261156"/>
          </a:xfrm>
        </p:grpSpPr>
        <p:grpSp>
          <p:nvGrpSpPr>
            <p:cNvPr id="1131" name="Google Shape;1131;p26"/>
            <p:cNvGrpSpPr/>
            <p:nvPr/>
          </p:nvGrpSpPr>
          <p:grpSpPr>
            <a:xfrm>
              <a:off x="2345051" y="2875411"/>
              <a:ext cx="1376924" cy="1261156"/>
              <a:chOff x="2901073" y="1621694"/>
              <a:chExt cx="4833184" cy="4426824"/>
            </a:xfrm>
          </p:grpSpPr>
          <p:sp>
            <p:nvSpPr>
              <p:cNvPr id="1132" name="Google Shape;1132;p2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33" name="Google Shape;1133;p2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34" name="Google Shape;1134;p26"/>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5" name="Google Shape;1135;p26"/>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6" name="Google Shape;1136;p26"/>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7" name="Google Shape;1137;p26"/>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8" name="Google Shape;1138;p26"/>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9" name="Google Shape;1139;p26"/>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0" name="Google Shape;1140;p26"/>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1" name="Google Shape;1141;p26"/>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2" name="Google Shape;1142;p26"/>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3" name="Google Shape;1143;p26"/>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4" name="Google Shape;1144;p26"/>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5" name="Google Shape;1145;p26"/>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6" name="Google Shape;1146;p26"/>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7" name="Google Shape;1147;p26"/>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8" name="Google Shape;1148;p26"/>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9" name="Google Shape;1149;p26"/>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0" name="Google Shape;1150;p26"/>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1" name="Google Shape;1151;p26"/>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2" name="Google Shape;1152;p26"/>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3" name="Google Shape;1153;p26"/>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4" name="Google Shape;1154;p26"/>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5" name="Google Shape;1155;p26"/>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6" name="Google Shape;1156;p26"/>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7" name="Google Shape;1157;p26"/>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8" name="Google Shape;1158;p26"/>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9" name="Google Shape;1159;p26"/>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0" name="Google Shape;1160;p26"/>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1" name="Google Shape;1161;p26"/>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2" name="Google Shape;1162;p26"/>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3" name="Google Shape;1163;p26"/>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4" name="Google Shape;1164;p26"/>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5" name="Google Shape;1165;p26"/>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6" name="Google Shape;1166;p26"/>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7" name="Google Shape;1167;p26"/>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8" name="Google Shape;1168;p26"/>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9" name="Google Shape;1169;p26"/>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0" name="Google Shape;1170;p26"/>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1" name="Google Shape;1171;p26"/>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72" name="Google Shape;1172;p26"/>
          <p:cNvGrpSpPr/>
          <p:nvPr/>
        </p:nvGrpSpPr>
        <p:grpSpPr>
          <a:xfrm>
            <a:off x="2344201" y="4372452"/>
            <a:ext cx="1376924" cy="1261156"/>
            <a:chOff x="2344201" y="4372452"/>
            <a:chExt cx="1376924" cy="1261156"/>
          </a:xfrm>
        </p:grpSpPr>
        <p:grpSp>
          <p:nvGrpSpPr>
            <p:cNvPr id="1173" name="Google Shape;1173;p26"/>
            <p:cNvGrpSpPr/>
            <p:nvPr/>
          </p:nvGrpSpPr>
          <p:grpSpPr>
            <a:xfrm>
              <a:off x="2344201" y="4372452"/>
              <a:ext cx="1376924" cy="1261156"/>
              <a:chOff x="2901073" y="1621694"/>
              <a:chExt cx="4833184" cy="4426824"/>
            </a:xfrm>
          </p:grpSpPr>
          <p:sp>
            <p:nvSpPr>
              <p:cNvPr id="1174" name="Google Shape;1174;p2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75" name="Google Shape;1175;p2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76" name="Google Shape;1176;p26"/>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7" name="Google Shape;1177;p26"/>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8" name="Google Shape;1178;p26"/>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9" name="Google Shape;1179;p26"/>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0" name="Google Shape;1180;p26"/>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1" name="Google Shape;1181;p26"/>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2" name="Google Shape;1182;p26"/>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3" name="Google Shape;1183;p26"/>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4" name="Google Shape;1184;p26"/>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5" name="Google Shape;1185;p26"/>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6" name="Google Shape;1186;p26"/>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7" name="Google Shape;1187;p26"/>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8" name="Google Shape;1188;p26"/>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9" name="Google Shape;1189;p26"/>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0" name="Google Shape;1190;p26"/>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1" name="Google Shape;1191;p26"/>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2" name="Google Shape;1192;p26"/>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3" name="Google Shape;1193;p26"/>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4" name="Google Shape;1194;p26"/>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5" name="Google Shape;1195;p26"/>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6" name="Google Shape;1196;p26"/>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7" name="Google Shape;1197;p26"/>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8" name="Google Shape;1198;p26"/>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9" name="Google Shape;1199;p26"/>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0" name="Google Shape;1200;p26"/>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1" name="Google Shape;1201;p26"/>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2" name="Google Shape;1202;p26"/>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3" name="Google Shape;1203;p26"/>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4" name="Google Shape;1204;p26"/>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5" name="Google Shape;1205;p26"/>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6" name="Google Shape;1206;p26"/>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7" name="Google Shape;1207;p26"/>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8" name="Google Shape;1208;p26"/>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9" name="Google Shape;1209;p26"/>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0" name="Google Shape;1210;p26"/>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11" name="Google Shape;1211;p26"/>
          <p:cNvGrpSpPr/>
          <p:nvPr/>
        </p:nvGrpSpPr>
        <p:grpSpPr>
          <a:xfrm>
            <a:off x="231265" y="4370749"/>
            <a:ext cx="1376924" cy="1261156"/>
            <a:chOff x="2901073" y="1621694"/>
            <a:chExt cx="4833184" cy="4426824"/>
          </a:xfrm>
        </p:grpSpPr>
        <p:sp>
          <p:nvSpPr>
            <p:cNvPr id="1212" name="Google Shape;1212;p26"/>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13" name="Google Shape;1213;p26"/>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211"/>
                                        </p:tgtEl>
                                        <p:attrNameLst>
                                          <p:attrName>style.visibility</p:attrName>
                                        </p:attrNameLst>
                                      </p:cBhvr>
                                      <p:to>
                                        <p:strVal val="visible"/>
                                      </p:to>
                                    </p:set>
                                    <p:anim calcmode="lin" valueType="num">
                                      <p:cBhvr additive="base">
                                        <p:cTn id="7" dur="250"/>
                                        <p:tgtEl>
                                          <p:spTgt spid="12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p27"/>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219" name="Google Shape;1219;p27"/>
          <p:cNvGrpSpPr/>
          <p:nvPr/>
        </p:nvGrpSpPr>
        <p:grpSpPr>
          <a:xfrm>
            <a:off x="174713" y="1882618"/>
            <a:ext cx="11937048" cy="895278"/>
            <a:chOff x="0" y="727498"/>
            <a:chExt cx="11937048" cy="895278"/>
          </a:xfrm>
        </p:grpSpPr>
        <p:sp>
          <p:nvSpPr>
            <p:cNvPr id="1220" name="Google Shape;1220;p27"/>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222" name="Google Shape;1222;p27"/>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224" name="Google Shape;1224;p27"/>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226" name="Google Shape;1226;p27"/>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228" name="Google Shape;1228;p27"/>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230" name="Google Shape;1230;p27"/>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232" name="Google Shape;1232;p27"/>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234" name="Google Shape;1234;p27"/>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236" name="Google Shape;1236;p27"/>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238" name="Google Shape;1238;p27"/>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240" name="Google Shape;1240;p27"/>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242" name="Google Shape;1242;p27"/>
          <p:cNvGrpSpPr/>
          <p:nvPr/>
        </p:nvGrpSpPr>
        <p:grpSpPr>
          <a:xfrm>
            <a:off x="221220" y="2874818"/>
            <a:ext cx="1376924" cy="1261156"/>
            <a:chOff x="2901073" y="1621694"/>
            <a:chExt cx="4833184" cy="4426824"/>
          </a:xfrm>
        </p:grpSpPr>
        <p:sp>
          <p:nvSpPr>
            <p:cNvPr id="1243" name="Google Shape;1243;p2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44" name="Google Shape;1244;p2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45" name="Google Shape;1245;p27"/>
          <p:cNvGrpSpPr/>
          <p:nvPr/>
        </p:nvGrpSpPr>
        <p:grpSpPr>
          <a:xfrm>
            <a:off x="4405991" y="2887071"/>
            <a:ext cx="1376924" cy="1261156"/>
            <a:chOff x="2345051" y="2875411"/>
            <a:chExt cx="1376924" cy="1261156"/>
          </a:xfrm>
        </p:grpSpPr>
        <p:grpSp>
          <p:nvGrpSpPr>
            <p:cNvPr id="1246" name="Google Shape;1246;p27"/>
            <p:cNvGrpSpPr/>
            <p:nvPr/>
          </p:nvGrpSpPr>
          <p:grpSpPr>
            <a:xfrm>
              <a:off x="2345051" y="2875411"/>
              <a:ext cx="1376924" cy="1261156"/>
              <a:chOff x="2901073" y="1621694"/>
              <a:chExt cx="4833184" cy="4426824"/>
            </a:xfrm>
          </p:grpSpPr>
          <p:sp>
            <p:nvSpPr>
              <p:cNvPr id="1247" name="Google Shape;1247;p2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48" name="Google Shape;1248;p2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249" name="Google Shape;1249;p27"/>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0" name="Google Shape;1250;p27"/>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1" name="Google Shape;1251;p27"/>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2" name="Google Shape;1252;p27"/>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3" name="Google Shape;1253;p27"/>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4" name="Google Shape;1254;p27"/>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5" name="Google Shape;1255;p27"/>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6" name="Google Shape;1256;p27"/>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7" name="Google Shape;1257;p27"/>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8" name="Google Shape;1258;p27"/>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9" name="Google Shape;1259;p27"/>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0" name="Google Shape;1260;p27"/>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1" name="Google Shape;1261;p27"/>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2" name="Google Shape;1262;p27"/>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3" name="Google Shape;1263;p27"/>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4" name="Google Shape;1264;p27"/>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5" name="Google Shape;1265;p27"/>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6" name="Google Shape;1266;p27"/>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7" name="Google Shape;1267;p27"/>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8" name="Google Shape;1268;p27"/>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9" name="Google Shape;1269;p27"/>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0" name="Google Shape;1270;p27"/>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1" name="Google Shape;1271;p27"/>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2" name="Google Shape;1272;p27"/>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3" name="Google Shape;1273;p27"/>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4" name="Google Shape;1274;p27"/>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5" name="Google Shape;1275;p27"/>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6" name="Google Shape;1276;p27"/>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7" name="Google Shape;1277;p27"/>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8" name="Google Shape;1278;p27"/>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9" name="Google Shape;1279;p27"/>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0" name="Google Shape;1280;p27"/>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1" name="Google Shape;1281;p27"/>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2" name="Google Shape;1282;p27"/>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3" name="Google Shape;1283;p27"/>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4" name="Google Shape;1284;p27"/>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5" name="Google Shape;1285;p27"/>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6" name="Google Shape;1286;p27"/>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87" name="Google Shape;1287;p27"/>
          <p:cNvGrpSpPr/>
          <p:nvPr/>
        </p:nvGrpSpPr>
        <p:grpSpPr>
          <a:xfrm>
            <a:off x="2281751" y="2887071"/>
            <a:ext cx="1376924" cy="1261156"/>
            <a:chOff x="2344201" y="4372452"/>
            <a:chExt cx="1376924" cy="1261156"/>
          </a:xfrm>
        </p:grpSpPr>
        <p:grpSp>
          <p:nvGrpSpPr>
            <p:cNvPr id="1288" name="Google Shape;1288;p27"/>
            <p:cNvGrpSpPr/>
            <p:nvPr/>
          </p:nvGrpSpPr>
          <p:grpSpPr>
            <a:xfrm>
              <a:off x="2344201" y="4372452"/>
              <a:ext cx="1376924" cy="1261156"/>
              <a:chOff x="2901073" y="1621694"/>
              <a:chExt cx="4833184" cy="4426824"/>
            </a:xfrm>
          </p:grpSpPr>
          <p:sp>
            <p:nvSpPr>
              <p:cNvPr id="1289" name="Google Shape;1289;p2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90" name="Google Shape;1290;p2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291" name="Google Shape;1291;p27"/>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2" name="Google Shape;1292;p27"/>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3" name="Google Shape;1293;p27"/>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4" name="Google Shape;1294;p27"/>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5" name="Google Shape;1295;p27"/>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6" name="Google Shape;1296;p27"/>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7" name="Google Shape;1297;p27"/>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8" name="Google Shape;1298;p27"/>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9" name="Google Shape;1299;p27"/>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0" name="Google Shape;1300;p27"/>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1" name="Google Shape;1301;p27"/>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2" name="Google Shape;1302;p27"/>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3" name="Google Shape;1303;p27"/>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4" name="Google Shape;1304;p27"/>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5" name="Google Shape;1305;p27"/>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6" name="Google Shape;1306;p27"/>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7" name="Google Shape;1307;p27"/>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8" name="Google Shape;1308;p27"/>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9" name="Google Shape;1309;p27"/>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0" name="Google Shape;1310;p27"/>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1" name="Google Shape;1311;p27"/>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2" name="Google Shape;1312;p27"/>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3" name="Google Shape;1313;p27"/>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4" name="Google Shape;1314;p27"/>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5" name="Google Shape;1315;p27"/>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6" name="Google Shape;1316;p27"/>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7" name="Google Shape;1317;p27"/>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8" name="Google Shape;1318;p27"/>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9" name="Google Shape;1319;p27"/>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0" name="Google Shape;1320;p27"/>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1" name="Google Shape;1321;p27"/>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2" name="Google Shape;1322;p27"/>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3" name="Google Shape;1323;p27"/>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4" name="Google Shape;1324;p27"/>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5" name="Google Shape;1325;p27"/>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326" name="Google Shape;1326;p27"/>
          <p:cNvGrpSpPr/>
          <p:nvPr/>
        </p:nvGrpSpPr>
        <p:grpSpPr>
          <a:xfrm>
            <a:off x="231265" y="4370749"/>
            <a:ext cx="1376924" cy="1261156"/>
            <a:chOff x="2901073" y="1621694"/>
            <a:chExt cx="4833184" cy="4426824"/>
          </a:xfrm>
        </p:grpSpPr>
        <p:sp>
          <p:nvSpPr>
            <p:cNvPr id="1327" name="Google Shape;1327;p2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28" name="Google Shape;1328;p2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2"/>
        <p:cNvGrpSpPr/>
        <p:nvPr/>
      </p:nvGrpSpPr>
      <p:grpSpPr>
        <a:xfrm>
          <a:off x="0" y="0"/>
          <a:ext cx="0" cy="0"/>
          <a:chOff x="0" y="0"/>
          <a:chExt cx="0" cy="0"/>
        </a:xfrm>
      </p:grpSpPr>
      <p:sp>
        <p:nvSpPr>
          <p:cNvPr id="1333" name="Google Shape;1333;p28"/>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334" name="Google Shape;1334;p28"/>
          <p:cNvGrpSpPr/>
          <p:nvPr/>
        </p:nvGrpSpPr>
        <p:grpSpPr>
          <a:xfrm>
            <a:off x="174713" y="1882618"/>
            <a:ext cx="11937048" cy="895278"/>
            <a:chOff x="0" y="727498"/>
            <a:chExt cx="11937048" cy="895278"/>
          </a:xfrm>
        </p:grpSpPr>
        <p:sp>
          <p:nvSpPr>
            <p:cNvPr id="1335" name="Google Shape;1335;p28"/>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337" name="Google Shape;1337;p28"/>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339" name="Google Shape;1339;p28"/>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341" name="Google Shape;1341;p28"/>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343" name="Google Shape;1343;p28"/>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345" name="Google Shape;1345;p28"/>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347" name="Google Shape;1347;p28"/>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349" name="Google Shape;1349;p28"/>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351" name="Google Shape;1351;p28"/>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353" name="Google Shape;1353;p28"/>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355" name="Google Shape;1355;p28"/>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357" name="Google Shape;1357;p28"/>
          <p:cNvGrpSpPr/>
          <p:nvPr/>
        </p:nvGrpSpPr>
        <p:grpSpPr>
          <a:xfrm>
            <a:off x="221220" y="2874818"/>
            <a:ext cx="1376924" cy="1261156"/>
            <a:chOff x="2901073" y="1621694"/>
            <a:chExt cx="4833184" cy="4426824"/>
          </a:xfrm>
        </p:grpSpPr>
        <p:sp>
          <p:nvSpPr>
            <p:cNvPr id="1358" name="Google Shape;1358;p2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59" name="Google Shape;1359;p2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360" name="Google Shape;1360;p28"/>
          <p:cNvGrpSpPr/>
          <p:nvPr/>
        </p:nvGrpSpPr>
        <p:grpSpPr>
          <a:xfrm>
            <a:off x="6506200" y="2918057"/>
            <a:ext cx="1376924" cy="1261156"/>
            <a:chOff x="2345051" y="2875411"/>
            <a:chExt cx="1376924" cy="1261156"/>
          </a:xfrm>
        </p:grpSpPr>
        <p:grpSp>
          <p:nvGrpSpPr>
            <p:cNvPr id="1361" name="Google Shape;1361;p28"/>
            <p:cNvGrpSpPr/>
            <p:nvPr/>
          </p:nvGrpSpPr>
          <p:grpSpPr>
            <a:xfrm>
              <a:off x="2345051" y="2875411"/>
              <a:ext cx="1376924" cy="1261156"/>
              <a:chOff x="2901073" y="1621694"/>
              <a:chExt cx="4833184" cy="4426824"/>
            </a:xfrm>
          </p:grpSpPr>
          <p:sp>
            <p:nvSpPr>
              <p:cNvPr id="1362" name="Google Shape;1362;p2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63" name="Google Shape;1363;p2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64" name="Google Shape;1364;p28"/>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5" name="Google Shape;1365;p28"/>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6" name="Google Shape;1366;p28"/>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7" name="Google Shape;1367;p28"/>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8" name="Google Shape;1368;p28"/>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9" name="Google Shape;1369;p28"/>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0" name="Google Shape;1370;p28"/>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1" name="Google Shape;1371;p28"/>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2" name="Google Shape;1372;p28"/>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3" name="Google Shape;1373;p28"/>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4" name="Google Shape;1374;p28"/>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5" name="Google Shape;1375;p28"/>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6" name="Google Shape;1376;p28"/>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7" name="Google Shape;1377;p28"/>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8" name="Google Shape;1378;p28"/>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9" name="Google Shape;1379;p28"/>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0" name="Google Shape;1380;p28"/>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1" name="Google Shape;1381;p28"/>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2" name="Google Shape;1382;p28"/>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3" name="Google Shape;1383;p28"/>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4" name="Google Shape;1384;p28"/>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5" name="Google Shape;1385;p28"/>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6" name="Google Shape;1386;p28"/>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7" name="Google Shape;1387;p28"/>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8" name="Google Shape;1388;p28"/>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9" name="Google Shape;1389;p28"/>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0" name="Google Shape;1390;p28"/>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1" name="Google Shape;1391;p28"/>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2" name="Google Shape;1392;p28"/>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3" name="Google Shape;1393;p28"/>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4" name="Google Shape;1394;p28"/>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5" name="Google Shape;1395;p28"/>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6" name="Google Shape;1396;p28"/>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7" name="Google Shape;1397;p28"/>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8" name="Google Shape;1398;p28"/>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9" name="Google Shape;1399;p28"/>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0" name="Google Shape;1400;p28"/>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1" name="Google Shape;1401;p28"/>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02" name="Google Shape;1402;p28"/>
          <p:cNvGrpSpPr/>
          <p:nvPr/>
        </p:nvGrpSpPr>
        <p:grpSpPr>
          <a:xfrm>
            <a:off x="4381960" y="2887071"/>
            <a:ext cx="1376924" cy="1261156"/>
            <a:chOff x="2344201" y="4372452"/>
            <a:chExt cx="1376924" cy="1261156"/>
          </a:xfrm>
        </p:grpSpPr>
        <p:grpSp>
          <p:nvGrpSpPr>
            <p:cNvPr id="1403" name="Google Shape;1403;p28"/>
            <p:cNvGrpSpPr/>
            <p:nvPr/>
          </p:nvGrpSpPr>
          <p:grpSpPr>
            <a:xfrm>
              <a:off x="2344201" y="4372452"/>
              <a:ext cx="1376924" cy="1261156"/>
              <a:chOff x="2901073" y="1621694"/>
              <a:chExt cx="4833184" cy="4426824"/>
            </a:xfrm>
          </p:grpSpPr>
          <p:sp>
            <p:nvSpPr>
              <p:cNvPr id="1404" name="Google Shape;1404;p2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05" name="Google Shape;1405;p2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06" name="Google Shape;1406;p28"/>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7" name="Google Shape;1407;p28"/>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8" name="Google Shape;1408;p28"/>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9" name="Google Shape;1409;p28"/>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0" name="Google Shape;1410;p28"/>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1" name="Google Shape;1411;p28"/>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2" name="Google Shape;1412;p28"/>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3" name="Google Shape;1413;p28"/>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4" name="Google Shape;1414;p28"/>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5" name="Google Shape;1415;p28"/>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6" name="Google Shape;1416;p28"/>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7" name="Google Shape;1417;p28"/>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8" name="Google Shape;1418;p28"/>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9" name="Google Shape;1419;p28"/>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0" name="Google Shape;1420;p28"/>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1" name="Google Shape;1421;p28"/>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2" name="Google Shape;1422;p28"/>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3" name="Google Shape;1423;p28"/>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4" name="Google Shape;1424;p28"/>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5" name="Google Shape;1425;p28"/>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6" name="Google Shape;1426;p28"/>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7" name="Google Shape;1427;p28"/>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8" name="Google Shape;1428;p28"/>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9" name="Google Shape;1429;p28"/>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0" name="Google Shape;1430;p28"/>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1" name="Google Shape;1431;p28"/>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2" name="Google Shape;1432;p28"/>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3" name="Google Shape;1433;p28"/>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4" name="Google Shape;1434;p28"/>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5" name="Google Shape;1435;p28"/>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6" name="Google Shape;1436;p28"/>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7" name="Google Shape;1437;p28"/>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8" name="Google Shape;1438;p28"/>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9" name="Google Shape;1439;p28"/>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0" name="Google Shape;1440;p28"/>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41" name="Google Shape;1441;p28"/>
          <p:cNvGrpSpPr/>
          <p:nvPr/>
        </p:nvGrpSpPr>
        <p:grpSpPr>
          <a:xfrm>
            <a:off x="2301590" y="2888837"/>
            <a:ext cx="1376924" cy="1261156"/>
            <a:chOff x="2901073" y="1621694"/>
            <a:chExt cx="4833184" cy="4426824"/>
          </a:xfrm>
        </p:grpSpPr>
        <p:sp>
          <p:nvSpPr>
            <p:cNvPr id="1442" name="Google Shape;1442;p2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43" name="Google Shape;1443;p2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44" name="Google Shape;1444;p28"/>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5" name="Google Shape;1445;p28"/>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6" name="Google Shape;1446;p28"/>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7" name="Google Shape;1447;p28"/>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8" name="Google Shape;1448;p28"/>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9" name="Google Shape;1449;p28"/>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0" name="Google Shape;1450;p28"/>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1" name="Google Shape;1451;p28"/>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2" name="Google Shape;1452;p28"/>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3" name="Google Shape;1453;p28"/>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4" name="Google Shape;1454;p28"/>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5" name="Google Shape;1455;p28"/>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6" name="Google Shape;1456;p28"/>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7" name="Google Shape;1457;p28"/>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8" name="Google Shape;1458;p28"/>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9" name="Google Shape;1459;p28"/>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0" name="Google Shape;1460;p28"/>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1" name="Google Shape;1461;p28"/>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2" name="Google Shape;1462;p28"/>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444"/>
                                        </p:tgtEl>
                                        <p:attrNameLst>
                                          <p:attrName>style.visibility</p:attrName>
                                        </p:attrNameLst>
                                      </p:cBhvr>
                                      <p:to>
                                        <p:strVal val="visible"/>
                                      </p:to>
                                    </p:set>
                                    <p:anim calcmode="lin" valueType="num">
                                      <p:cBhvr additive="base">
                                        <p:cTn id="7" dur="250"/>
                                        <p:tgtEl>
                                          <p:spTgt spid="1444"/>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1445"/>
                                        </p:tgtEl>
                                        <p:attrNameLst>
                                          <p:attrName>style.visibility</p:attrName>
                                        </p:attrNameLst>
                                      </p:cBhvr>
                                      <p:to>
                                        <p:strVal val="visible"/>
                                      </p:to>
                                    </p:set>
                                    <p:anim calcmode="lin" valueType="num">
                                      <p:cBhvr additive="base">
                                        <p:cTn id="10" dur="250"/>
                                        <p:tgtEl>
                                          <p:spTgt spid="1445"/>
                                        </p:tgtEl>
                                        <p:attrNameLst>
                                          <p:attrName>ppt_y</p:attrName>
                                        </p:attrNameLst>
                                      </p:cBhvr>
                                      <p:tavLst>
                                        <p:tav tm="0">
                                          <p:val>
                                            <p:strVal val="#ppt_y-1"/>
                                          </p:val>
                                        </p:tav>
                                        <p:tav tm="100000">
                                          <p:val>
                                            <p:strVal val="#ppt_y"/>
                                          </p:val>
                                        </p:tav>
                                      </p:tavLst>
                                    </p:anim>
                                  </p:childTnLst>
                                </p:cTn>
                              </p:par>
                              <p:par>
                                <p:cTn id="11" presetID="2" presetClass="entr" presetSubtype="1" fill="hold" nodeType="withEffect">
                                  <p:stCondLst>
                                    <p:cond delay="0"/>
                                  </p:stCondLst>
                                  <p:childTnLst>
                                    <p:set>
                                      <p:cBhvr>
                                        <p:cTn id="12" dur="1" fill="hold">
                                          <p:stCondLst>
                                            <p:cond delay="0"/>
                                          </p:stCondLst>
                                        </p:cTn>
                                        <p:tgtEl>
                                          <p:spTgt spid="1446"/>
                                        </p:tgtEl>
                                        <p:attrNameLst>
                                          <p:attrName>style.visibility</p:attrName>
                                        </p:attrNameLst>
                                      </p:cBhvr>
                                      <p:to>
                                        <p:strVal val="visible"/>
                                      </p:to>
                                    </p:set>
                                    <p:anim calcmode="lin" valueType="num">
                                      <p:cBhvr additive="base">
                                        <p:cTn id="13" dur="250"/>
                                        <p:tgtEl>
                                          <p:spTgt spid="1446"/>
                                        </p:tgtEl>
                                        <p:attrNameLst>
                                          <p:attrName>ppt_y</p:attrName>
                                        </p:attrNameLst>
                                      </p:cBhvr>
                                      <p:tavLst>
                                        <p:tav tm="0">
                                          <p:val>
                                            <p:strVal val="#ppt_y-1"/>
                                          </p:val>
                                        </p:tav>
                                        <p:tav tm="100000">
                                          <p:val>
                                            <p:strVal val="#ppt_y"/>
                                          </p:val>
                                        </p:tav>
                                      </p:tavLst>
                                    </p:anim>
                                  </p:childTnLst>
                                </p:cTn>
                              </p:par>
                              <p:par>
                                <p:cTn id="14" presetID="2" presetClass="entr" presetSubtype="1" fill="hold" nodeType="withEffect">
                                  <p:stCondLst>
                                    <p:cond delay="0"/>
                                  </p:stCondLst>
                                  <p:childTnLst>
                                    <p:set>
                                      <p:cBhvr>
                                        <p:cTn id="15" dur="1" fill="hold">
                                          <p:stCondLst>
                                            <p:cond delay="0"/>
                                          </p:stCondLst>
                                        </p:cTn>
                                        <p:tgtEl>
                                          <p:spTgt spid="1447"/>
                                        </p:tgtEl>
                                        <p:attrNameLst>
                                          <p:attrName>style.visibility</p:attrName>
                                        </p:attrNameLst>
                                      </p:cBhvr>
                                      <p:to>
                                        <p:strVal val="visible"/>
                                      </p:to>
                                    </p:set>
                                    <p:anim calcmode="lin" valueType="num">
                                      <p:cBhvr additive="base">
                                        <p:cTn id="16" dur="250"/>
                                        <p:tgtEl>
                                          <p:spTgt spid="1447"/>
                                        </p:tgtEl>
                                        <p:attrNameLst>
                                          <p:attrName>ppt_y</p:attrName>
                                        </p:attrNameLst>
                                      </p:cBhvr>
                                      <p:tavLst>
                                        <p:tav tm="0">
                                          <p:val>
                                            <p:strVal val="#ppt_y-1"/>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1448"/>
                                        </p:tgtEl>
                                        <p:attrNameLst>
                                          <p:attrName>style.visibility</p:attrName>
                                        </p:attrNameLst>
                                      </p:cBhvr>
                                      <p:to>
                                        <p:strVal val="visible"/>
                                      </p:to>
                                    </p:set>
                                    <p:anim calcmode="lin" valueType="num">
                                      <p:cBhvr additive="base">
                                        <p:cTn id="19" dur="250"/>
                                        <p:tgtEl>
                                          <p:spTgt spid="1448"/>
                                        </p:tgtEl>
                                        <p:attrNameLst>
                                          <p:attrName>ppt_y</p:attrName>
                                        </p:attrNameLst>
                                      </p:cBhvr>
                                      <p:tavLst>
                                        <p:tav tm="0">
                                          <p:val>
                                            <p:strVal val="#ppt_y-1"/>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1449"/>
                                        </p:tgtEl>
                                        <p:attrNameLst>
                                          <p:attrName>style.visibility</p:attrName>
                                        </p:attrNameLst>
                                      </p:cBhvr>
                                      <p:to>
                                        <p:strVal val="visible"/>
                                      </p:to>
                                    </p:set>
                                    <p:anim calcmode="lin" valueType="num">
                                      <p:cBhvr additive="base">
                                        <p:cTn id="22" dur="250"/>
                                        <p:tgtEl>
                                          <p:spTgt spid="1449"/>
                                        </p:tgtEl>
                                        <p:attrNameLst>
                                          <p:attrName>ppt_y</p:attrName>
                                        </p:attrNameLst>
                                      </p:cBhvr>
                                      <p:tavLst>
                                        <p:tav tm="0">
                                          <p:val>
                                            <p:strVal val="#ppt_y-1"/>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1450"/>
                                        </p:tgtEl>
                                        <p:attrNameLst>
                                          <p:attrName>style.visibility</p:attrName>
                                        </p:attrNameLst>
                                      </p:cBhvr>
                                      <p:to>
                                        <p:strVal val="visible"/>
                                      </p:to>
                                    </p:set>
                                    <p:anim calcmode="lin" valueType="num">
                                      <p:cBhvr additive="base">
                                        <p:cTn id="25" dur="250"/>
                                        <p:tgtEl>
                                          <p:spTgt spid="1450"/>
                                        </p:tgtEl>
                                        <p:attrNameLst>
                                          <p:attrName>ppt_y</p:attrName>
                                        </p:attrNameLst>
                                      </p:cBhvr>
                                      <p:tavLst>
                                        <p:tav tm="0">
                                          <p:val>
                                            <p:strVal val="#ppt_y-1"/>
                                          </p:val>
                                        </p:tav>
                                        <p:tav tm="100000">
                                          <p:val>
                                            <p:strVal val="#ppt_y"/>
                                          </p:val>
                                        </p:tav>
                                      </p:tavLst>
                                    </p:anim>
                                  </p:childTnLst>
                                </p:cTn>
                              </p:par>
                              <p:par>
                                <p:cTn id="26" presetID="2" presetClass="entr" presetSubtype="1" fill="hold" nodeType="withEffect">
                                  <p:stCondLst>
                                    <p:cond delay="0"/>
                                  </p:stCondLst>
                                  <p:childTnLst>
                                    <p:set>
                                      <p:cBhvr>
                                        <p:cTn id="27" dur="1" fill="hold">
                                          <p:stCondLst>
                                            <p:cond delay="0"/>
                                          </p:stCondLst>
                                        </p:cTn>
                                        <p:tgtEl>
                                          <p:spTgt spid="1451"/>
                                        </p:tgtEl>
                                        <p:attrNameLst>
                                          <p:attrName>style.visibility</p:attrName>
                                        </p:attrNameLst>
                                      </p:cBhvr>
                                      <p:to>
                                        <p:strVal val="visible"/>
                                      </p:to>
                                    </p:set>
                                    <p:anim calcmode="lin" valueType="num">
                                      <p:cBhvr additive="base">
                                        <p:cTn id="28" dur="250"/>
                                        <p:tgtEl>
                                          <p:spTgt spid="1451"/>
                                        </p:tgtEl>
                                        <p:attrNameLst>
                                          <p:attrName>ppt_y</p:attrName>
                                        </p:attrNameLst>
                                      </p:cBhvr>
                                      <p:tavLst>
                                        <p:tav tm="0">
                                          <p:val>
                                            <p:strVal val="#ppt_y-1"/>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1452"/>
                                        </p:tgtEl>
                                        <p:attrNameLst>
                                          <p:attrName>style.visibility</p:attrName>
                                        </p:attrNameLst>
                                      </p:cBhvr>
                                      <p:to>
                                        <p:strVal val="visible"/>
                                      </p:to>
                                    </p:set>
                                    <p:anim calcmode="lin" valueType="num">
                                      <p:cBhvr additive="base">
                                        <p:cTn id="31" dur="250"/>
                                        <p:tgtEl>
                                          <p:spTgt spid="1452"/>
                                        </p:tgtEl>
                                        <p:attrNameLst>
                                          <p:attrName>ppt_y</p:attrName>
                                        </p:attrNameLst>
                                      </p:cBhvr>
                                      <p:tavLst>
                                        <p:tav tm="0">
                                          <p:val>
                                            <p:strVal val="#ppt_y-1"/>
                                          </p:val>
                                        </p:tav>
                                        <p:tav tm="100000">
                                          <p:val>
                                            <p:strVal val="#ppt_y"/>
                                          </p:val>
                                        </p:tav>
                                      </p:tavLst>
                                    </p:anim>
                                  </p:childTnLst>
                                </p:cTn>
                              </p:par>
                              <p:par>
                                <p:cTn id="32" presetID="2" presetClass="entr" presetSubtype="1" fill="hold" nodeType="withEffect">
                                  <p:stCondLst>
                                    <p:cond delay="0"/>
                                  </p:stCondLst>
                                  <p:childTnLst>
                                    <p:set>
                                      <p:cBhvr>
                                        <p:cTn id="33" dur="1" fill="hold">
                                          <p:stCondLst>
                                            <p:cond delay="0"/>
                                          </p:stCondLst>
                                        </p:cTn>
                                        <p:tgtEl>
                                          <p:spTgt spid="1453"/>
                                        </p:tgtEl>
                                        <p:attrNameLst>
                                          <p:attrName>style.visibility</p:attrName>
                                        </p:attrNameLst>
                                      </p:cBhvr>
                                      <p:to>
                                        <p:strVal val="visible"/>
                                      </p:to>
                                    </p:set>
                                    <p:anim calcmode="lin" valueType="num">
                                      <p:cBhvr additive="base">
                                        <p:cTn id="34" dur="250"/>
                                        <p:tgtEl>
                                          <p:spTgt spid="1453"/>
                                        </p:tgtEl>
                                        <p:attrNameLst>
                                          <p:attrName>ppt_y</p:attrName>
                                        </p:attrNameLst>
                                      </p:cBhvr>
                                      <p:tavLst>
                                        <p:tav tm="0">
                                          <p:val>
                                            <p:strVal val="#ppt_y-1"/>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1454"/>
                                        </p:tgtEl>
                                        <p:attrNameLst>
                                          <p:attrName>style.visibility</p:attrName>
                                        </p:attrNameLst>
                                      </p:cBhvr>
                                      <p:to>
                                        <p:strVal val="visible"/>
                                      </p:to>
                                    </p:set>
                                    <p:anim calcmode="lin" valueType="num">
                                      <p:cBhvr additive="base">
                                        <p:cTn id="37" dur="250"/>
                                        <p:tgtEl>
                                          <p:spTgt spid="1454"/>
                                        </p:tgtEl>
                                        <p:attrNameLst>
                                          <p:attrName>ppt_y</p:attrName>
                                        </p:attrNameLst>
                                      </p:cBhvr>
                                      <p:tavLst>
                                        <p:tav tm="0">
                                          <p:val>
                                            <p:strVal val="#ppt_y-1"/>
                                          </p:val>
                                        </p:tav>
                                        <p:tav tm="100000">
                                          <p:val>
                                            <p:strVal val="#ppt_y"/>
                                          </p:val>
                                        </p:tav>
                                      </p:tavLst>
                                    </p:anim>
                                  </p:childTnLst>
                                </p:cTn>
                              </p:par>
                              <p:par>
                                <p:cTn id="38" presetID="2" presetClass="entr" presetSubtype="1" fill="hold" nodeType="withEffect">
                                  <p:stCondLst>
                                    <p:cond delay="0"/>
                                  </p:stCondLst>
                                  <p:childTnLst>
                                    <p:set>
                                      <p:cBhvr>
                                        <p:cTn id="39" dur="1" fill="hold">
                                          <p:stCondLst>
                                            <p:cond delay="0"/>
                                          </p:stCondLst>
                                        </p:cTn>
                                        <p:tgtEl>
                                          <p:spTgt spid="1455"/>
                                        </p:tgtEl>
                                        <p:attrNameLst>
                                          <p:attrName>style.visibility</p:attrName>
                                        </p:attrNameLst>
                                      </p:cBhvr>
                                      <p:to>
                                        <p:strVal val="visible"/>
                                      </p:to>
                                    </p:set>
                                    <p:anim calcmode="lin" valueType="num">
                                      <p:cBhvr additive="base">
                                        <p:cTn id="40" dur="250"/>
                                        <p:tgtEl>
                                          <p:spTgt spid="1455"/>
                                        </p:tgtEl>
                                        <p:attrNameLst>
                                          <p:attrName>ppt_y</p:attrName>
                                        </p:attrNameLst>
                                      </p:cBhvr>
                                      <p:tavLst>
                                        <p:tav tm="0">
                                          <p:val>
                                            <p:strVal val="#ppt_y-1"/>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1456"/>
                                        </p:tgtEl>
                                        <p:attrNameLst>
                                          <p:attrName>style.visibility</p:attrName>
                                        </p:attrNameLst>
                                      </p:cBhvr>
                                      <p:to>
                                        <p:strVal val="visible"/>
                                      </p:to>
                                    </p:set>
                                    <p:anim calcmode="lin" valueType="num">
                                      <p:cBhvr additive="base">
                                        <p:cTn id="43" dur="250"/>
                                        <p:tgtEl>
                                          <p:spTgt spid="1456"/>
                                        </p:tgtEl>
                                        <p:attrNameLst>
                                          <p:attrName>ppt_y</p:attrName>
                                        </p:attrNameLst>
                                      </p:cBhvr>
                                      <p:tavLst>
                                        <p:tav tm="0">
                                          <p:val>
                                            <p:strVal val="#ppt_y-1"/>
                                          </p:val>
                                        </p:tav>
                                        <p:tav tm="100000">
                                          <p:val>
                                            <p:strVal val="#ppt_y"/>
                                          </p:val>
                                        </p:tav>
                                      </p:tavLst>
                                    </p:anim>
                                  </p:childTnLst>
                                </p:cTn>
                              </p:par>
                              <p:par>
                                <p:cTn id="44" presetID="2" presetClass="entr" presetSubtype="1" fill="hold" nodeType="withEffect">
                                  <p:stCondLst>
                                    <p:cond delay="0"/>
                                  </p:stCondLst>
                                  <p:childTnLst>
                                    <p:set>
                                      <p:cBhvr>
                                        <p:cTn id="45" dur="1" fill="hold">
                                          <p:stCondLst>
                                            <p:cond delay="0"/>
                                          </p:stCondLst>
                                        </p:cTn>
                                        <p:tgtEl>
                                          <p:spTgt spid="1457"/>
                                        </p:tgtEl>
                                        <p:attrNameLst>
                                          <p:attrName>style.visibility</p:attrName>
                                        </p:attrNameLst>
                                      </p:cBhvr>
                                      <p:to>
                                        <p:strVal val="visible"/>
                                      </p:to>
                                    </p:set>
                                    <p:anim calcmode="lin" valueType="num">
                                      <p:cBhvr additive="base">
                                        <p:cTn id="46" dur="250"/>
                                        <p:tgtEl>
                                          <p:spTgt spid="1457"/>
                                        </p:tgtEl>
                                        <p:attrNameLst>
                                          <p:attrName>ppt_y</p:attrName>
                                        </p:attrNameLst>
                                      </p:cBhvr>
                                      <p:tavLst>
                                        <p:tav tm="0">
                                          <p:val>
                                            <p:strVal val="#ppt_y-1"/>
                                          </p:val>
                                        </p:tav>
                                        <p:tav tm="100000">
                                          <p:val>
                                            <p:strVal val="#ppt_y"/>
                                          </p:val>
                                        </p:tav>
                                      </p:tavLst>
                                    </p:anim>
                                  </p:childTnLst>
                                </p:cTn>
                              </p:par>
                              <p:par>
                                <p:cTn id="47" presetID="2" presetClass="entr" presetSubtype="1" fill="hold" nodeType="withEffect">
                                  <p:stCondLst>
                                    <p:cond delay="0"/>
                                  </p:stCondLst>
                                  <p:childTnLst>
                                    <p:set>
                                      <p:cBhvr>
                                        <p:cTn id="48" dur="1" fill="hold">
                                          <p:stCondLst>
                                            <p:cond delay="0"/>
                                          </p:stCondLst>
                                        </p:cTn>
                                        <p:tgtEl>
                                          <p:spTgt spid="1458"/>
                                        </p:tgtEl>
                                        <p:attrNameLst>
                                          <p:attrName>style.visibility</p:attrName>
                                        </p:attrNameLst>
                                      </p:cBhvr>
                                      <p:to>
                                        <p:strVal val="visible"/>
                                      </p:to>
                                    </p:set>
                                    <p:anim calcmode="lin" valueType="num">
                                      <p:cBhvr additive="base">
                                        <p:cTn id="49" dur="250"/>
                                        <p:tgtEl>
                                          <p:spTgt spid="1458"/>
                                        </p:tgtEl>
                                        <p:attrNameLst>
                                          <p:attrName>ppt_y</p:attrName>
                                        </p:attrNameLst>
                                      </p:cBhvr>
                                      <p:tavLst>
                                        <p:tav tm="0">
                                          <p:val>
                                            <p:strVal val="#ppt_y-1"/>
                                          </p:val>
                                        </p:tav>
                                        <p:tav tm="100000">
                                          <p:val>
                                            <p:strVal val="#ppt_y"/>
                                          </p:val>
                                        </p:tav>
                                      </p:tavLst>
                                    </p:anim>
                                  </p:childTnLst>
                                </p:cTn>
                              </p:par>
                              <p:par>
                                <p:cTn id="50" presetID="2" presetClass="entr" presetSubtype="1" fill="hold" nodeType="withEffect">
                                  <p:stCondLst>
                                    <p:cond delay="0"/>
                                  </p:stCondLst>
                                  <p:childTnLst>
                                    <p:set>
                                      <p:cBhvr>
                                        <p:cTn id="51" dur="1" fill="hold">
                                          <p:stCondLst>
                                            <p:cond delay="0"/>
                                          </p:stCondLst>
                                        </p:cTn>
                                        <p:tgtEl>
                                          <p:spTgt spid="1459"/>
                                        </p:tgtEl>
                                        <p:attrNameLst>
                                          <p:attrName>style.visibility</p:attrName>
                                        </p:attrNameLst>
                                      </p:cBhvr>
                                      <p:to>
                                        <p:strVal val="visible"/>
                                      </p:to>
                                    </p:set>
                                    <p:anim calcmode="lin" valueType="num">
                                      <p:cBhvr additive="base">
                                        <p:cTn id="52" dur="250"/>
                                        <p:tgtEl>
                                          <p:spTgt spid="1459"/>
                                        </p:tgtEl>
                                        <p:attrNameLst>
                                          <p:attrName>ppt_y</p:attrName>
                                        </p:attrNameLst>
                                      </p:cBhvr>
                                      <p:tavLst>
                                        <p:tav tm="0">
                                          <p:val>
                                            <p:strVal val="#ppt_y-1"/>
                                          </p:val>
                                        </p:tav>
                                        <p:tav tm="100000">
                                          <p:val>
                                            <p:strVal val="#ppt_y"/>
                                          </p:val>
                                        </p:tav>
                                      </p:tavLst>
                                    </p:anim>
                                  </p:childTnLst>
                                </p:cTn>
                              </p:par>
                              <p:par>
                                <p:cTn id="53" presetID="2" presetClass="entr" presetSubtype="1" fill="hold" nodeType="withEffect">
                                  <p:stCondLst>
                                    <p:cond delay="0"/>
                                  </p:stCondLst>
                                  <p:childTnLst>
                                    <p:set>
                                      <p:cBhvr>
                                        <p:cTn id="54" dur="1" fill="hold">
                                          <p:stCondLst>
                                            <p:cond delay="0"/>
                                          </p:stCondLst>
                                        </p:cTn>
                                        <p:tgtEl>
                                          <p:spTgt spid="1460"/>
                                        </p:tgtEl>
                                        <p:attrNameLst>
                                          <p:attrName>style.visibility</p:attrName>
                                        </p:attrNameLst>
                                      </p:cBhvr>
                                      <p:to>
                                        <p:strVal val="visible"/>
                                      </p:to>
                                    </p:set>
                                    <p:anim calcmode="lin" valueType="num">
                                      <p:cBhvr additive="base">
                                        <p:cTn id="55" dur="250"/>
                                        <p:tgtEl>
                                          <p:spTgt spid="1460"/>
                                        </p:tgtEl>
                                        <p:attrNameLst>
                                          <p:attrName>ppt_y</p:attrName>
                                        </p:attrNameLst>
                                      </p:cBhvr>
                                      <p:tavLst>
                                        <p:tav tm="0">
                                          <p:val>
                                            <p:strVal val="#ppt_y-1"/>
                                          </p:val>
                                        </p:tav>
                                        <p:tav tm="100000">
                                          <p:val>
                                            <p:strVal val="#ppt_y"/>
                                          </p:val>
                                        </p:tav>
                                      </p:tavLst>
                                    </p:anim>
                                  </p:childTnLst>
                                </p:cTn>
                              </p:par>
                              <p:par>
                                <p:cTn id="56" presetID="2" presetClass="entr" presetSubtype="1" fill="hold" nodeType="withEffect">
                                  <p:stCondLst>
                                    <p:cond delay="0"/>
                                  </p:stCondLst>
                                  <p:childTnLst>
                                    <p:set>
                                      <p:cBhvr>
                                        <p:cTn id="57" dur="1" fill="hold">
                                          <p:stCondLst>
                                            <p:cond delay="0"/>
                                          </p:stCondLst>
                                        </p:cTn>
                                        <p:tgtEl>
                                          <p:spTgt spid="1461"/>
                                        </p:tgtEl>
                                        <p:attrNameLst>
                                          <p:attrName>style.visibility</p:attrName>
                                        </p:attrNameLst>
                                      </p:cBhvr>
                                      <p:to>
                                        <p:strVal val="visible"/>
                                      </p:to>
                                    </p:set>
                                    <p:anim calcmode="lin" valueType="num">
                                      <p:cBhvr additive="base">
                                        <p:cTn id="58" dur="250"/>
                                        <p:tgtEl>
                                          <p:spTgt spid="1461"/>
                                        </p:tgtEl>
                                        <p:attrNameLst>
                                          <p:attrName>ppt_y</p:attrName>
                                        </p:attrNameLst>
                                      </p:cBhvr>
                                      <p:tavLst>
                                        <p:tav tm="0">
                                          <p:val>
                                            <p:strVal val="#ppt_y-1"/>
                                          </p:val>
                                        </p:tav>
                                        <p:tav tm="100000">
                                          <p:val>
                                            <p:strVal val="#ppt_y"/>
                                          </p:val>
                                        </p:tav>
                                      </p:tavLst>
                                    </p:anim>
                                  </p:childTnLst>
                                </p:cTn>
                              </p:par>
                              <p:par>
                                <p:cTn id="59" presetID="2" presetClass="entr" presetSubtype="1" fill="hold" nodeType="withEffect">
                                  <p:stCondLst>
                                    <p:cond delay="0"/>
                                  </p:stCondLst>
                                  <p:childTnLst>
                                    <p:set>
                                      <p:cBhvr>
                                        <p:cTn id="60" dur="1" fill="hold">
                                          <p:stCondLst>
                                            <p:cond delay="0"/>
                                          </p:stCondLst>
                                        </p:cTn>
                                        <p:tgtEl>
                                          <p:spTgt spid="1462"/>
                                        </p:tgtEl>
                                        <p:attrNameLst>
                                          <p:attrName>style.visibility</p:attrName>
                                        </p:attrNameLst>
                                      </p:cBhvr>
                                      <p:to>
                                        <p:strVal val="visible"/>
                                      </p:to>
                                    </p:set>
                                    <p:anim calcmode="lin" valueType="num">
                                      <p:cBhvr additive="base">
                                        <p:cTn id="61" dur="250"/>
                                        <p:tgtEl>
                                          <p:spTgt spid="14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29"/>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468" name="Google Shape;1468;p29"/>
          <p:cNvGrpSpPr/>
          <p:nvPr/>
        </p:nvGrpSpPr>
        <p:grpSpPr>
          <a:xfrm>
            <a:off x="174713" y="1882618"/>
            <a:ext cx="11937048" cy="895278"/>
            <a:chOff x="0" y="727498"/>
            <a:chExt cx="11937048" cy="895278"/>
          </a:xfrm>
        </p:grpSpPr>
        <p:sp>
          <p:nvSpPr>
            <p:cNvPr id="1469" name="Google Shape;1469;p29"/>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471" name="Google Shape;1471;p29"/>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9"/>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473" name="Google Shape;1473;p29"/>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9"/>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475" name="Google Shape;1475;p29"/>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477" name="Google Shape;1477;p29"/>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9"/>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479" name="Google Shape;1479;p29"/>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9"/>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481" name="Google Shape;1481;p29"/>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9"/>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483" name="Google Shape;1483;p29"/>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9"/>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485" name="Google Shape;1485;p29"/>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9"/>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487" name="Google Shape;1487;p29"/>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9"/>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489" name="Google Shape;1489;p29"/>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9"/>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491" name="Google Shape;1491;p29"/>
          <p:cNvGrpSpPr/>
          <p:nvPr/>
        </p:nvGrpSpPr>
        <p:grpSpPr>
          <a:xfrm>
            <a:off x="2303634" y="2948024"/>
            <a:ext cx="1376924" cy="1261156"/>
            <a:chOff x="2901073" y="1621694"/>
            <a:chExt cx="4833184" cy="4426824"/>
          </a:xfrm>
        </p:grpSpPr>
        <p:sp>
          <p:nvSpPr>
            <p:cNvPr id="1492" name="Google Shape;1492;p29"/>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93" name="Google Shape;1493;p29"/>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94" name="Google Shape;1494;p29"/>
          <p:cNvGrpSpPr/>
          <p:nvPr/>
        </p:nvGrpSpPr>
        <p:grpSpPr>
          <a:xfrm>
            <a:off x="8596749" y="2978257"/>
            <a:ext cx="1376924" cy="1261156"/>
            <a:chOff x="2345051" y="2875411"/>
            <a:chExt cx="1376924" cy="1261156"/>
          </a:xfrm>
        </p:grpSpPr>
        <p:grpSp>
          <p:nvGrpSpPr>
            <p:cNvPr id="1495" name="Google Shape;1495;p29"/>
            <p:cNvGrpSpPr/>
            <p:nvPr/>
          </p:nvGrpSpPr>
          <p:grpSpPr>
            <a:xfrm>
              <a:off x="2345051" y="2875411"/>
              <a:ext cx="1376924" cy="1261156"/>
              <a:chOff x="2901073" y="1621694"/>
              <a:chExt cx="4833184" cy="4426824"/>
            </a:xfrm>
          </p:grpSpPr>
          <p:sp>
            <p:nvSpPr>
              <p:cNvPr id="1496" name="Google Shape;1496;p29"/>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97" name="Google Shape;1497;p29"/>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98" name="Google Shape;1498;p29"/>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9" name="Google Shape;1499;p29"/>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0" name="Google Shape;1500;p29"/>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1" name="Google Shape;1501;p29"/>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2" name="Google Shape;1502;p29"/>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3" name="Google Shape;1503;p29"/>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4" name="Google Shape;1504;p29"/>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5" name="Google Shape;1505;p29"/>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6" name="Google Shape;1506;p29"/>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7" name="Google Shape;1507;p29"/>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8" name="Google Shape;1508;p29"/>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9" name="Google Shape;1509;p29"/>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0" name="Google Shape;1510;p29"/>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1" name="Google Shape;1511;p29"/>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2" name="Google Shape;1512;p29"/>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3" name="Google Shape;1513;p29"/>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4" name="Google Shape;1514;p29"/>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5" name="Google Shape;1515;p29"/>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6" name="Google Shape;1516;p29"/>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7" name="Google Shape;1517;p29"/>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8" name="Google Shape;1518;p29"/>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9" name="Google Shape;1519;p29"/>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0" name="Google Shape;1520;p29"/>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1" name="Google Shape;1521;p29"/>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2" name="Google Shape;1522;p29"/>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3" name="Google Shape;1523;p29"/>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4" name="Google Shape;1524;p29"/>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5" name="Google Shape;1525;p29"/>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6" name="Google Shape;1526;p29"/>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7" name="Google Shape;1527;p29"/>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8" name="Google Shape;1528;p29"/>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9" name="Google Shape;1529;p29"/>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0" name="Google Shape;1530;p29"/>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1" name="Google Shape;1531;p29"/>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2" name="Google Shape;1532;p29"/>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3" name="Google Shape;1533;p29"/>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4" name="Google Shape;1534;p29"/>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5" name="Google Shape;1535;p29"/>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536" name="Google Shape;1536;p29"/>
          <p:cNvGrpSpPr/>
          <p:nvPr/>
        </p:nvGrpSpPr>
        <p:grpSpPr>
          <a:xfrm>
            <a:off x="6502475" y="2917987"/>
            <a:ext cx="1376924" cy="1261156"/>
            <a:chOff x="2344201" y="4372452"/>
            <a:chExt cx="1376924" cy="1261156"/>
          </a:xfrm>
        </p:grpSpPr>
        <p:grpSp>
          <p:nvGrpSpPr>
            <p:cNvPr id="1537" name="Google Shape;1537;p29"/>
            <p:cNvGrpSpPr/>
            <p:nvPr/>
          </p:nvGrpSpPr>
          <p:grpSpPr>
            <a:xfrm>
              <a:off x="2344201" y="4372452"/>
              <a:ext cx="1376924" cy="1261156"/>
              <a:chOff x="2901073" y="1621694"/>
              <a:chExt cx="4833184" cy="4426824"/>
            </a:xfrm>
          </p:grpSpPr>
          <p:sp>
            <p:nvSpPr>
              <p:cNvPr id="1538" name="Google Shape;1538;p29"/>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39" name="Google Shape;1539;p29"/>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540" name="Google Shape;1540;p29"/>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1" name="Google Shape;1541;p29"/>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2" name="Google Shape;1542;p29"/>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3" name="Google Shape;1543;p29"/>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4" name="Google Shape;1544;p29"/>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5" name="Google Shape;1545;p29"/>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6" name="Google Shape;1546;p29"/>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7" name="Google Shape;1547;p29"/>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8" name="Google Shape;1548;p29"/>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9" name="Google Shape;1549;p29"/>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0" name="Google Shape;1550;p29"/>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1" name="Google Shape;1551;p29"/>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2" name="Google Shape;1552;p29"/>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3" name="Google Shape;1553;p29"/>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4" name="Google Shape;1554;p29"/>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5" name="Google Shape;1555;p29"/>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6" name="Google Shape;1556;p29"/>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7" name="Google Shape;1557;p29"/>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8" name="Google Shape;1558;p29"/>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9" name="Google Shape;1559;p29"/>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0" name="Google Shape;1560;p29"/>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1" name="Google Shape;1561;p29"/>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2" name="Google Shape;1562;p29"/>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3" name="Google Shape;1563;p29"/>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4" name="Google Shape;1564;p29"/>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5" name="Google Shape;1565;p29"/>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6" name="Google Shape;1566;p29"/>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7" name="Google Shape;1567;p29"/>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8" name="Google Shape;1568;p29"/>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9" name="Google Shape;1569;p29"/>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0" name="Google Shape;1570;p29"/>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1" name="Google Shape;1571;p29"/>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2" name="Google Shape;1572;p29"/>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3" name="Google Shape;1573;p29"/>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4" name="Google Shape;1574;p29"/>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575" name="Google Shape;1575;p29"/>
          <p:cNvGrpSpPr/>
          <p:nvPr/>
        </p:nvGrpSpPr>
        <p:grpSpPr>
          <a:xfrm>
            <a:off x="4405469" y="2919360"/>
            <a:ext cx="1376924" cy="1261156"/>
            <a:chOff x="2901073" y="1621694"/>
            <a:chExt cx="4833184" cy="4426824"/>
          </a:xfrm>
        </p:grpSpPr>
        <p:sp>
          <p:nvSpPr>
            <p:cNvPr id="1576" name="Google Shape;1576;p29"/>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77" name="Google Shape;1577;p29"/>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578" name="Google Shape;1578;p29"/>
          <p:cNvSpPr/>
          <p:nvPr/>
        </p:nvSpPr>
        <p:spPr>
          <a:xfrm>
            <a:off x="4934472" y="34385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9" name="Google Shape;1579;p29"/>
          <p:cNvSpPr/>
          <p:nvPr/>
        </p:nvSpPr>
        <p:spPr>
          <a:xfrm>
            <a:off x="4781456" y="3667896"/>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0" name="Google Shape;1580;p29"/>
          <p:cNvSpPr/>
          <p:nvPr/>
        </p:nvSpPr>
        <p:spPr>
          <a:xfrm>
            <a:off x="4812426" y="3337983"/>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1" name="Google Shape;1581;p29"/>
          <p:cNvSpPr/>
          <p:nvPr/>
        </p:nvSpPr>
        <p:spPr>
          <a:xfrm>
            <a:off x="5004376" y="3709735"/>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2" name="Google Shape;1582;p29"/>
          <p:cNvSpPr/>
          <p:nvPr/>
        </p:nvSpPr>
        <p:spPr>
          <a:xfrm>
            <a:off x="4529159" y="352210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3" name="Google Shape;1583;p29"/>
          <p:cNvSpPr/>
          <p:nvPr/>
        </p:nvSpPr>
        <p:spPr>
          <a:xfrm>
            <a:off x="4941285" y="31985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4" name="Google Shape;1584;p29"/>
          <p:cNvSpPr/>
          <p:nvPr/>
        </p:nvSpPr>
        <p:spPr>
          <a:xfrm>
            <a:off x="4925904" y="387688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5" name="Google Shape;1585;p29"/>
          <p:cNvSpPr/>
          <p:nvPr/>
        </p:nvSpPr>
        <p:spPr>
          <a:xfrm>
            <a:off x="4661580" y="315617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6" name="Google Shape;1586;p29"/>
          <p:cNvSpPr/>
          <p:nvPr/>
        </p:nvSpPr>
        <p:spPr>
          <a:xfrm>
            <a:off x="4957096" y="361384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7" name="Google Shape;1587;p29"/>
          <p:cNvSpPr/>
          <p:nvPr/>
        </p:nvSpPr>
        <p:spPr>
          <a:xfrm>
            <a:off x="4620948" y="36527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8" name="Google Shape;1588;p29"/>
          <p:cNvSpPr/>
          <p:nvPr/>
        </p:nvSpPr>
        <p:spPr>
          <a:xfrm>
            <a:off x="5010668" y="307254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9" name="Google Shape;1589;p29"/>
          <p:cNvSpPr/>
          <p:nvPr/>
        </p:nvSpPr>
        <p:spPr>
          <a:xfrm>
            <a:off x="4829678" y="31963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0" name="Google Shape;1590;p29"/>
          <p:cNvSpPr/>
          <p:nvPr/>
        </p:nvSpPr>
        <p:spPr>
          <a:xfrm>
            <a:off x="4558457" y="337794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1" name="Google Shape;1591;p29"/>
          <p:cNvSpPr/>
          <p:nvPr/>
        </p:nvSpPr>
        <p:spPr>
          <a:xfrm>
            <a:off x="4680550" y="349354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2" name="Google Shape;1592;p29"/>
          <p:cNvSpPr/>
          <p:nvPr/>
        </p:nvSpPr>
        <p:spPr>
          <a:xfrm>
            <a:off x="4811368" y="307948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3" name="Google Shape;1593;p29"/>
          <p:cNvSpPr/>
          <p:nvPr/>
        </p:nvSpPr>
        <p:spPr>
          <a:xfrm>
            <a:off x="4811368" y="350091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4" name="Google Shape;1594;p29"/>
          <p:cNvSpPr/>
          <p:nvPr/>
        </p:nvSpPr>
        <p:spPr>
          <a:xfrm>
            <a:off x="4611656" y="328094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5" name="Google Shape;1595;p29"/>
          <p:cNvSpPr/>
          <p:nvPr/>
        </p:nvSpPr>
        <p:spPr>
          <a:xfrm>
            <a:off x="4651760" y="37876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6" name="Google Shape;1596;p29"/>
          <p:cNvSpPr/>
          <p:nvPr/>
        </p:nvSpPr>
        <p:spPr>
          <a:xfrm>
            <a:off x="4805017" y="385980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30"/>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602" name="Google Shape;1602;p30"/>
          <p:cNvGrpSpPr/>
          <p:nvPr/>
        </p:nvGrpSpPr>
        <p:grpSpPr>
          <a:xfrm>
            <a:off x="174713" y="1882618"/>
            <a:ext cx="11937048" cy="895278"/>
            <a:chOff x="0" y="727498"/>
            <a:chExt cx="11937048" cy="895278"/>
          </a:xfrm>
        </p:grpSpPr>
        <p:sp>
          <p:nvSpPr>
            <p:cNvPr id="1603" name="Google Shape;1603;p30"/>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605" name="Google Shape;1605;p30"/>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607" name="Google Shape;1607;p30"/>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609" name="Google Shape;1609;p30"/>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0"/>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611" name="Google Shape;1611;p30"/>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0"/>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613" name="Google Shape;1613;p30"/>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0"/>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615" name="Google Shape;1615;p30"/>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0"/>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617" name="Google Shape;1617;p30"/>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0"/>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619" name="Google Shape;1619;p30"/>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0"/>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621" name="Google Shape;1621;p30"/>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0"/>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623" name="Google Shape;1623;p30"/>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0"/>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625" name="Google Shape;1625;p30"/>
          <p:cNvGrpSpPr/>
          <p:nvPr/>
        </p:nvGrpSpPr>
        <p:grpSpPr>
          <a:xfrm>
            <a:off x="2303634" y="2948024"/>
            <a:ext cx="1376924" cy="1261156"/>
            <a:chOff x="2901073" y="1621694"/>
            <a:chExt cx="4833184" cy="4426824"/>
          </a:xfrm>
        </p:grpSpPr>
        <p:sp>
          <p:nvSpPr>
            <p:cNvPr id="1626" name="Google Shape;1626;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27" name="Google Shape;1627;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628" name="Google Shape;1628;p30"/>
          <p:cNvGrpSpPr/>
          <p:nvPr/>
        </p:nvGrpSpPr>
        <p:grpSpPr>
          <a:xfrm>
            <a:off x="10691385" y="2948024"/>
            <a:ext cx="1376924" cy="1261156"/>
            <a:chOff x="2345051" y="2875411"/>
            <a:chExt cx="1376924" cy="1261156"/>
          </a:xfrm>
        </p:grpSpPr>
        <p:grpSp>
          <p:nvGrpSpPr>
            <p:cNvPr id="1629" name="Google Shape;1629;p30"/>
            <p:cNvGrpSpPr/>
            <p:nvPr/>
          </p:nvGrpSpPr>
          <p:grpSpPr>
            <a:xfrm>
              <a:off x="2345051" y="2875411"/>
              <a:ext cx="1376924" cy="1261156"/>
              <a:chOff x="2901073" y="1621694"/>
              <a:chExt cx="4833184" cy="4426824"/>
            </a:xfrm>
          </p:grpSpPr>
          <p:sp>
            <p:nvSpPr>
              <p:cNvPr id="1630" name="Google Shape;1630;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31" name="Google Shape;1631;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32" name="Google Shape;1632;p30"/>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3" name="Google Shape;1633;p30"/>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4" name="Google Shape;1634;p30"/>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5" name="Google Shape;1635;p30"/>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6" name="Google Shape;1636;p30"/>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7" name="Google Shape;1637;p30"/>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8" name="Google Shape;1638;p30"/>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9" name="Google Shape;1639;p30"/>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0" name="Google Shape;1640;p30"/>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1" name="Google Shape;1641;p30"/>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2" name="Google Shape;1642;p30"/>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3" name="Google Shape;1643;p30"/>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4" name="Google Shape;1644;p30"/>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5" name="Google Shape;1645;p30"/>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6" name="Google Shape;1646;p30"/>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7" name="Google Shape;1647;p30"/>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8" name="Google Shape;1648;p30"/>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9" name="Google Shape;1649;p30"/>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0" name="Google Shape;1650;p30"/>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1" name="Google Shape;1651;p30"/>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2" name="Google Shape;1652;p30"/>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3" name="Google Shape;1653;p30"/>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4" name="Google Shape;1654;p30"/>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5" name="Google Shape;1655;p30"/>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6" name="Google Shape;1656;p30"/>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7" name="Google Shape;1657;p30"/>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8" name="Google Shape;1658;p30"/>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9" name="Google Shape;1659;p30"/>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0" name="Google Shape;1660;p30"/>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1" name="Google Shape;1661;p30"/>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2" name="Google Shape;1662;p30"/>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3" name="Google Shape;1663;p30"/>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4" name="Google Shape;1664;p30"/>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5" name="Google Shape;1665;p30"/>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6" name="Google Shape;1666;p30"/>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7" name="Google Shape;1667;p30"/>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8" name="Google Shape;1668;p30"/>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9" name="Google Shape;1669;p30"/>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670" name="Google Shape;1670;p30"/>
          <p:cNvGrpSpPr/>
          <p:nvPr/>
        </p:nvGrpSpPr>
        <p:grpSpPr>
          <a:xfrm>
            <a:off x="8551337" y="2919360"/>
            <a:ext cx="1376924" cy="1261156"/>
            <a:chOff x="2344201" y="4372452"/>
            <a:chExt cx="1376924" cy="1261156"/>
          </a:xfrm>
        </p:grpSpPr>
        <p:grpSp>
          <p:nvGrpSpPr>
            <p:cNvPr id="1671" name="Google Shape;1671;p30"/>
            <p:cNvGrpSpPr/>
            <p:nvPr/>
          </p:nvGrpSpPr>
          <p:grpSpPr>
            <a:xfrm>
              <a:off x="2344201" y="4372452"/>
              <a:ext cx="1376924" cy="1261156"/>
              <a:chOff x="2901073" y="1621694"/>
              <a:chExt cx="4833184" cy="4426824"/>
            </a:xfrm>
          </p:grpSpPr>
          <p:sp>
            <p:nvSpPr>
              <p:cNvPr id="1672" name="Google Shape;1672;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73" name="Google Shape;1673;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74" name="Google Shape;1674;p30"/>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5" name="Google Shape;1675;p30"/>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6" name="Google Shape;1676;p30"/>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7" name="Google Shape;1677;p30"/>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8" name="Google Shape;1678;p30"/>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9" name="Google Shape;1679;p30"/>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0" name="Google Shape;1680;p30"/>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1" name="Google Shape;1681;p30"/>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2" name="Google Shape;1682;p30"/>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3" name="Google Shape;1683;p30"/>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4" name="Google Shape;1684;p30"/>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5" name="Google Shape;1685;p30"/>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6" name="Google Shape;1686;p30"/>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7" name="Google Shape;1687;p30"/>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8" name="Google Shape;1688;p30"/>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9" name="Google Shape;1689;p30"/>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0" name="Google Shape;1690;p30"/>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1" name="Google Shape;1691;p30"/>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2" name="Google Shape;1692;p30"/>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3" name="Google Shape;1693;p30"/>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4" name="Google Shape;1694;p30"/>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5" name="Google Shape;1695;p30"/>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6" name="Google Shape;1696;p30"/>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7" name="Google Shape;1697;p30"/>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8" name="Google Shape;1698;p30"/>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9" name="Google Shape;1699;p30"/>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0" name="Google Shape;1700;p30"/>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1" name="Google Shape;1701;p30"/>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2" name="Google Shape;1702;p30"/>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3" name="Google Shape;1703;p30"/>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4" name="Google Shape;1704;p30"/>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5" name="Google Shape;1705;p30"/>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6" name="Google Shape;1706;p30"/>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7" name="Google Shape;1707;p30"/>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8" name="Google Shape;1708;p30"/>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09" name="Google Shape;1709;p30"/>
          <p:cNvGrpSpPr/>
          <p:nvPr/>
        </p:nvGrpSpPr>
        <p:grpSpPr>
          <a:xfrm>
            <a:off x="6548258" y="2918452"/>
            <a:ext cx="1376924" cy="1261156"/>
            <a:chOff x="2901073" y="1621694"/>
            <a:chExt cx="4833184" cy="4426824"/>
          </a:xfrm>
        </p:grpSpPr>
        <p:sp>
          <p:nvSpPr>
            <p:cNvPr id="1710" name="Google Shape;1710;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11" name="Google Shape;1711;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12" name="Google Shape;1712;p30"/>
          <p:cNvSpPr/>
          <p:nvPr/>
        </p:nvSpPr>
        <p:spPr>
          <a:xfrm>
            <a:off x="7077261" y="343765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3" name="Google Shape;1713;p30"/>
          <p:cNvSpPr/>
          <p:nvPr/>
        </p:nvSpPr>
        <p:spPr>
          <a:xfrm>
            <a:off x="6924245" y="3666988"/>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4" name="Google Shape;1714;p30"/>
          <p:cNvSpPr/>
          <p:nvPr/>
        </p:nvSpPr>
        <p:spPr>
          <a:xfrm>
            <a:off x="6955215" y="3337075"/>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5" name="Google Shape;1715;p30"/>
          <p:cNvSpPr/>
          <p:nvPr/>
        </p:nvSpPr>
        <p:spPr>
          <a:xfrm>
            <a:off x="7147165" y="370882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6" name="Google Shape;1716;p30"/>
          <p:cNvSpPr/>
          <p:nvPr/>
        </p:nvSpPr>
        <p:spPr>
          <a:xfrm>
            <a:off x="6671948" y="3521195"/>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7" name="Google Shape;1717;p30"/>
          <p:cNvSpPr/>
          <p:nvPr/>
        </p:nvSpPr>
        <p:spPr>
          <a:xfrm>
            <a:off x="7084074" y="3197649"/>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8" name="Google Shape;1718;p30"/>
          <p:cNvSpPr/>
          <p:nvPr/>
        </p:nvSpPr>
        <p:spPr>
          <a:xfrm>
            <a:off x="7068693" y="38759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9" name="Google Shape;1719;p30"/>
          <p:cNvSpPr/>
          <p:nvPr/>
        </p:nvSpPr>
        <p:spPr>
          <a:xfrm>
            <a:off x="6804369" y="3155269"/>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0" name="Google Shape;1720;p30"/>
          <p:cNvSpPr/>
          <p:nvPr/>
        </p:nvSpPr>
        <p:spPr>
          <a:xfrm>
            <a:off x="7099885" y="361293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1" name="Google Shape;1721;p30"/>
          <p:cNvSpPr/>
          <p:nvPr/>
        </p:nvSpPr>
        <p:spPr>
          <a:xfrm>
            <a:off x="6763737" y="365184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2" name="Google Shape;1722;p30"/>
          <p:cNvSpPr/>
          <p:nvPr/>
        </p:nvSpPr>
        <p:spPr>
          <a:xfrm>
            <a:off x="7153457" y="307163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3" name="Google Shape;1723;p30"/>
          <p:cNvSpPr/>
          <p:nvPr/>
        </p:nvSpPr>
        <p:spPr>
          <a:xfrm>
            <a:off x="6972467" y="31954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4" name="Google Shape;1724;p30"/>
          <p:cNvSpPr/>
          <p:nvPr/>
        </p:nvSpPr>
        <p:spPr>
          <a:xfrm>
            <a:off x="6701246" y="337703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5" name="Google Shape;1725;p30"/>
          <p:cNvSpPr/>
          <p:nvPr/>
        </p:nvSpPr>
        <p:spPr>
          <a:xfrm>
            <a:off x="6823339" y="349264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6" name="Google Shape;1726;p30"/>
          <p:cNvSpPr/>
          <p:nvPr/>
        </p:nvSpPr>
        <p:spPr>
          <a:xfrm>
            <a:off x="6954157" y="307857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7" name="Google Shape;1727;p30"/>
          <p:cNvSpPr/>
          <p:nvPr/>
        </p:nvSpPr>
        <p:spPr>
          <a:xfrm>
            <a:off x="6954157" y="35000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8" name="Google Shape;1728;p30"/>
          <p:cNvSpPr/>
          <p:nvPr/>
        </p:nvSpPr>
        <p:spPr>
          <a:xfrm>
            <a:off x="6754445" y="328003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9" name="Google Shape;1729;p30"/>
          <p:cNvSpPr/>
          <p:nvPr/>
        </p:nvSpPr>
        <p:spPr>
          <a:xfrm>
            <a:off x="6794549" y="37867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0" name="Google Shape;1730;p30"/>
          <p:cNvSpPr/>
          <p:nvPr/>
        </p:nvSpPr>
        <p:spPr>
          <a:xfrm>
            <a:off x="6947806" y="385889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31" name="Google Shape;1731;p30"/>
          <p:cNvGrpSpPr/>
          <p:nvPr/>
        </p:nvGrpSpPr>
        <p:grpSpPr>
          <a:xfrm>
            <a:off x="183785" y="2922117"/>
            <a:ext cx="1376924" cy="1261156"/>
            <a:chOff x="2901073" y="1621694"/>
            <a:chExt cx="4833184" cy="4426824"/>
          </a:xfrm>
        </p:grpSpPr>
        <p:sp>
          <p:nvSpPr>
            <p:cNvPr id="1732" name="Google Shape;1732;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33" name="Google Shape;1733;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34" name="Google Shape;1734;p30"/>
          <p:cNvGrpSpPr/>
          <p:nvPr/>
        </p:nvGrpSpPr>
        <p:grpSpPr>
          <a:xfrm>
            <a:off x="183785" y="4373531"/>
            <a:ext cx="1376924" cy="1261156"/>
            <a:chOff x="2901073" y="1621694"/>
            <a:chExt cx="4833184" cy="4426824"/>
          </a:xfrm>
        </p:grpSpPr>
        <p:sp>
          <p:nvSpPr>
            <p:cNvPr id="1735" name="Google Shape;1735;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36" name="Google Shape;1736;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37" name="Google Shape;1737;p30"/>
          <p:cNvGrpSpPr/>
          <p:nvPr/>
        </p:nvGrpSpPr>
        <p:grpSpPr>
          <a:xfrm>
            <a:off x="149738" y="5824945"/>
            <a:ext cx="1376924" cy="1261156"/>
            <a:chOff x="2901073" y="1621694"/>
            <a:chExt cx="4833184" cy="4426824"/>
          </a:xfrm>
        </p:grpSpPr>
        <p:sp>
          <p:nvSpPr>
            <p:cNvPr id="1738" name="Google Shape;1738;p30"/>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39" name="Google Shape;1739;p30"/>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731"/>
                                        </p:tgtEl>
                                        <p:attrNameLst>
                                          <p:attrName>style.visibility</p:attrName>
                                        </p:attrNameLst>
                                      </p:cBhvr>
                                      <p:to>
                                        <p:strVal val="visible"/>
                                      </p:to>
                                    </p:set>
                                    <p:anim calcmode="lin" valueType="num">
                                      <p:cBhvr additive="base">
                                        <p:cTn id="7" dur="500"/>
                                        <p:tgtEl>
                                          <p:spTgt spid="1731"/>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734"/>
                                        </p:tgtEl>
                                        <p:attrNameLst>
                                          <p:attrName>style.visibility</p:attrName>
                                        </p:attrNameLst>
                                      </p:cBhvr>
                                      <p:to>
                                        <p:strVal val="visible"/>
                                      </p:to>
                                    </p:set>
                                    <p:anim calcmode="lin" valueType="num">
                                      <p:cBhvr additive="base">
                                        <p:cTn id="11" dur="500"/>
                                        <p:tgtEl>
                                          <p:spTgt spid="1734"/>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2" presetClass="entr" presetSubtype="1" fill="hold" nodeType="afterEffect">
                                  <p:stCondLst>
                                    <p:cond delay="0"/>
                                  </p:stCondLst>
                                  <p:childTnLst>
                                    <p:set>
                                      <p:cBhvr>
                                        <p:cTn id="14" dur="1" fill="hold">
                                          <p:stCondLst>
                                            <p:cond delay="0"/>
                                          </p:stCondLst>
                                        </p:cTn>
                                        <p:tgtEl>
                                          <p:spTgt spid="1737"/>
                                        </p:tgtEl>
                                        <p:attrNameLst>
                                          <p:attrName>style.visibility</p:attrName>
                                        </p:attrNameLst>
                                      </p:cBhvr>
                                      <p:to>
                                        <p:strVal val="visible"/>
                                      </p:to>
                                    </p:set>
                                    <p:anim calcmode="lin" valueType="num">
                                      <p:cBhvr additive="base">
                                        <p:cTn id="15" dur="500"/>
                                        <p:tgtEl>
                                          <p:spTgt spid="17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grpSp>
        <p:nvGrpSpPr>
          <p:cNvPr id="1744" name="Google Shape;1744;p31"/>
          <p:cNvGrpSpPr/>
          <p:nvPr/>
        </p:nvGrpSpPr>
        <p:grpSpPr>
          <a:xfrm>
            <a:off x="149738" y="5824945"/>
            <a:ext cx="1376924" cy="1261156"/>
            <a:chOff x="2901073" y="1621694"/>
            <a:chExt cx="4833184" cy="4426824"/>
          </a:xfrm>
        </p:grpSpPr>
        <p:sp>
          <p:nvSpPr>
            <p:cNvPr id="1745" name="Google Shape;1745;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46" name="Google Shape;1746;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47" name="Google Shape;1747;p31"/>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My Pizza Story</a:t>
            </a:r>
            <a:endParaRPr/>
          </a:p>
        </p:txBody>
      </p:sp>
      <p:grpSp>
        <p:nvGrpSpPr>
          <p:cNvPr id="1748" name="Google Shape;1748;p31"/>
          <p:cNvGrpSpPr/>
          <p:nvPr/>
        </p:nvGrpSpPr>
        <p:grpSpPr>
          <a:xfrm>
            <a:off x="174713" y="1882618"/>
            <a:ext cx="11937048" cy="895278"/>
            <a:chOff x="0" y="727498"/>
            <a:chExt cx="11937048" cy="895278"/>
          </a:xfrm>
        </p:grpSpPr>
        <p:sp>
          <p:nvSpPr>
            <p:cNvPr id="1749" name="Google Shape;1749;p31"/>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1"/>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1751" name="Google Shape;1751;p31"/>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1"/>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753" name="Google Shape;1753;p31"/>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1"/>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1755" name="Google Shape;1755;p31"/>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1"/>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757" name="Google Shape;1757;p31"/>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1"/>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1759" name="Google Shape;1759;p31"/>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1"/>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761" name="Google Shape;1761;p31"/>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1"/>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1763" name="Google Shape;1763;p31"/>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1"/>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765" name="Google Shape;1765;p31"/>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1"/>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1767" name="Google Shape;1767;p31"/>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1"/>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1769" name="Google Shape;1769;p31"/>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1"/>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grpSp>
        <p:nvGrpSpPr>
          <p:cNvPr id="1771" name="Google Shape;1771;p31"/>
          <p:cNvGrpSpPr/>
          <p:nvPr/>
        </p:nvGrpSpPr>
        <p:grpSpPr>
          <a:xfrm>
            <a:off x="2303634" y="2948024"/>
            <a:ext cx="1376924" cy="1261156"/>
            <a:chOff x="2901073" y="1621694"/>
            <a:chExt cx="4833184" cy="4426824"/>
          </a:xfrm>
        </p:grpSpPr>
        <p:sp>
          <p:nvSpPr>
            <p:cNvPr id="1772" name="Google Shape;1772;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73" name="Google Shape;1773;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74" name="Google Shape;1774;p31"/>
          <p:cNvGrpSpPr/>
          <p:nvPr/>
        </p:nvGrpSpPr>
        <p:grpSpPr>
          <a:xfrm>
            <a:off x="12775162" y="2948024"/>
            <a:ext cx="1376924" cy="1261156"/>
            <a:chOff x="2345051" y="2875411"/>
            <a:chExt cx="1376924" cy="1261156"/>
          </a:xfrm>
        </p:grpSpPr>
        <p:grpSp>
          <p:nvGrpSpPr>
            <p:cNvPr id="1775" name="Google Shape;1775;p31"/>
            <p:cNvGrpSpPr/>
            <p:nvPr/>
          </p:nvGrpSpPr>
          <p:grpSpPr>
            <a:xfrm>
              <a:off x="2345051" y="2875411"/>
              <a:ext cx="1376924" cy="1261156"/>
              <a:chOff x="2901073" y="1621694"/>
              <a:chExt cx="4833184" cy="4426824"/>
            </a:xfrm>
          </p:grpSpPr>
          <p:sp>
            <p:nvSpPr>
              <p:cNvPr id="1776" name="Google Shape;1776;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77" name="Google Shape;1777;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78" name="Google Shape;1778;p31"/>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9" name="Google Shape;1779;p31"/>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0" name="Google Shape;1780;p31"/>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1" name="Google Shape;1781;p31"/>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2" name="Google Shape;1782;p31"/>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3" name="Google Shape;1783;p31"/>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4" name="Google Shape;1784;p31"/>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5" name="Google Shape;1785;p31"/>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6" name="Google Shape;1786;p31"/>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7" name="Google Shape;1787;p31"/>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8" name="Google Shape;1788;p31"/>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9" name="Google Shape;1789;p31"/>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0" name="Google Shape;1790;p31"/>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1" name="Google Shape;1791;p31"/>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2" name="Google Shape;1792;p31"/>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3" name="Google Shape;1793;p31"/>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4" name="Google Shape;1794;p31"/>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5" name="Google Shape;1795;p31"/>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6" name="Google Shape;1796;p31"/>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7" name="Google Shape;1797;p31"/>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8" name="Google Shape;1798;p31"/>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9" name="Google Shape;1799;p31"/>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0" name="Google Shape;1800;p31"/>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1" name="Google Shape;1801;p31"/>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2" name="Google Shape;1802;p31"/>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3" name="Google Shape;1803;p31"/>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4" name="Google Shape;1804;p31"/>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5" name="Google Shape;1805;p31"/>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6" name="Google Shape;1806;p31"/>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7" name="Google Shape;1807;p31"/>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8" name="Google Shape;1808;p31"/>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9" name="Google Shape;1809;p31"/>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0" name="Google Shape;1810;p31"/>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1" name="Google Shape;1811;p31"/>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2" name="Google Shape;1812;p31"/>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3" name="Google Shape;1813;p31"/>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4" name="Google Shape;1814;p31"/>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5" name="Google Shape;1815;p31"/>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16" name="Google Shape;1816;p31"/>
          <p:cNvGrpSpPr/>
          <p:nvPr/>
        </p:nvGrpSpPr>
        <p:grpSpPr>
          <a:xfrm>
            <a:off x="10635114" y="2919360"/>
            <a:ext cx="1376924" cy="1261156"/>
            <a:chOff x="2344201" y="4372452"/>
            <a:chExt cx="1376924" cy="1261156"/>
          </a:xfrm>
        </p:grpSpPr>
        <p:grpSp>
          <p:nvGrpSpPr>
            <p:cNvPr id="1817" name="Google Shape;1817;p31"/>
            <p:cNvGrpSpPr/>
            <p:nvPr/>
          </p:nvGrpSpPr>
          <p:grpSpPr>
            <a:xfrm>
              <a:off x="2344201" y="4372452"/>
              <a:ext cx="1376924" cy="1261156"/>
              <a:chOff x="2901073" y="1621694"/>
              <a:chExt cx="4833184" cy="4426824"/>
            </a:xfrm>
          </p:grpSpPr>
          <p:sp>
            <p:nvSpPr>
              <p:cNvPr id="1818" name="Google Shape;1818;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19" name="Google Shape;1819;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20" name="Google Shape;1820;p31"/>
            <p:cNvSpPr/>
            <p:nvPr/>
          </p:nvSpPr>
          <p:spPr>
            <a:xfrm>
              <a:off x="2883161" y="50673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1" name="Google Shape;1821;p31"/>
            <p:cNvSpPr/>
            <p:nvPr/>
          </p:nvSpPr>
          <p:spPr>
            <a:xfrm>
              <a:off x="3146940" y="529524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2" name="Google Shape;1822;p31"/>
            <p:cNvSpPr/>
            <p:nvPr/>
          </p:nvSpPr>
          <p:spPr>
            <a:xfrm>
              <a:off x="2547013" y="510627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3" name="Google Shape;1823;p31"/>
            <p:cNvSpPr/>
            <p:nvPr/>
          </p:nvSpPr>
          <p:spPr>
            <a:xfrm>
              <a:off x="3407971" y="495008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4" name="Google Shape;1824;p31"/>
            <p:cNvSpPr/>
            <p:nvPr/>
          </p:nvSpPr>
          <p:spPr>
            <a:xfrm>
              <a:off x="3181512" y="477781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5" name="Google Shape;1825;p31"/>
            <p:cNvSpPr/>
            <p:nvPr/>
          </p:nvSpPr>
          <p:spPr>
            <a:xfrm>
              <a:off x="3061375" y="54356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6" name="Google Shape;1826;p31"/>
            <p:cNvSpPr/>
            <p:nvPr/>
          </p:nvSpPr>
          <p:spPr>
            <a:xfrm>
              <a:off x="2936733" y="452606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7" name="Google Shape;1827;p31"/>
            <p:cNvSpPr/>
            <p:nvPr/>
          </p:nvSpPr>
          <p:spPr>
            <a:xfrm>
              <a:off x="2755743" y="464983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8" name="Google Shape;1828;p31"/>
            <p:cNvSpPr/>
            <p:nvPr/>
          </p:nvSpPr>
          <p:spPr>
            <a:xfrm>
              <a:off x="2484522" y="48314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9" name="Google Shape;1829;p31"/>
            <p:cNvSpPr/>
            <p:nvPr/>
          </p:nvSpPr>
          <p:spPr>
            <a:xfrm>
              <a:off x="2606615" y="494707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0" name="Google Shape;1830;p31"/>
            <p:cNvSpPr/>
            <p:nvPr/>
          </p:nvSpPr>
          <p:spPr>
            <a:xfrm>
              <a:off x="3350576" y="463588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1" name="Google Shape;1831;p31"/>
            <p:cNvSpPr/>
            <p:nvPr/>
          </p:nvSpPr>
          <p:spPr>
            <a:xfrm>
              <a:off x="3156190" y="4674679"/>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2" name="Google Shape;1832;p31"/>
            <p:cNvSpPr/>
            <p:nvPr/>
          </p:nvSpPr>
          <p:spPr>
            <a:xfrm>
              <a:off x="3008634" y="4704814"/>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3" name="Google Shape;1833;p31"/>
            <p:cNvSpPr/>
            <p:nvPr/>
          </p:nvSpPr>
          <p:spPr>
            <a:xfrm>
              <a:off x="2737433" y="453300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4" name="Google Shape;1834;p31"/>
            <p:cNvSpPr/>
            <p:nvPr/>
          </p:nvSpPr>
          <p:spPr>
            <a:xfrm>
              <a:off x="3069108" y="45391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5" name="Google Shape;1835;p31"/>
            <p:cNvSpPr/>
            <p:nvPr/>
          </p:nvSpPr>
          <p:spPr>
            <a:xfrm>
              <a:off x="3437915" y="50817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6" name="Google Shape;1836;p31"/>
            <p:cNvSpPr/>
            <p:nvPr/>
          </p:nvSpPr>
          <p:spPr>
            <a:xfrm>
              <a:off x="3138294" y="50772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7" name="Google Shape;1837;p31"/>
            <p:cNvSpPr/>
            <p:nvPr/>
          </p:nvSpPr>
          <p:spPr>
            <a:xfrm>
              <a:off x="2737433" y="495444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8" name="Google Shape;1838;p31"/>
            <p:cNvSpPr/>
            <p:nvPr/>
          </p:nvSpPr>
          <p:spPr>
            <a:xfrm>
              <a:off x="2537721" y="473446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9" name="Google Shape;1839;p31"/>
            <p:cNvSpPr/>
            <p:nvPr/>
          </p:nvSpPr>
          <p:spPr>
            <a:xfrm>
              <a:off x="2577825" y="52412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0" name="Google Shape;1840;p31"/>
            <p:cNvSpPr/>
            <p:nvPr/>
          </p:nvSpPr>
          <p:spPr>
            <a:xfrm>
              <a:off x="3338376" y="477026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1" name="Google Shape;1841;p31"/>
            <p:cNvSpPr/>
            <p:nvPr/>
          </p:nvSpPr>
          <p:spPr>
            <a:xfrm>
              <a:off x="2731082" y="531332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2" name="Google Shape;1842;p31"/>
            <p:cNvSpPr/>
            <p:nvPr/>
          </p:nvSpPr>
          <p:spPr>
            <a:xfrm>
              <a:off x="3079117" y="4905813"/>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3" name="Google Shape;1843;p31"/>
            <p:cNvSpPr/>
            <p:nvPr/>
          </p:nvSpPr>
          <p:spPr>
            <a:xfrm>
              <a:off x="3274225" y="492958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4" name="Google Shape;1844;p31"/>
            <p:cNvSpPr/>
            <p:nvPr/>
          </p:nvSpPr>
          <p:spPr>
            <a:xfrm>
              <a:off x="2974604" y="492505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5" name="Google Shape;1845;p31"/>
            <p:cNvSpPr/>
            <p:nvPr/>
          </p:nvSpPr>
          <p:spPr>
            <a:xfrm>
              <a:off x="2825019" y="517258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6" name="Google Shape;1846;p31"/>
            <p:cNvSpPr/>
            <p:nvPr/>
          </p:nvSpPr>
          <p:spPr>
            <a:xfrm>
              <a:off x="3020127" y="519636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7" name="Google Shape;1847;p31"/>
            <p:cNvSpPr/>
            <p:nvPr/>
          </p:nvSpPr>
          <p:spPr>
            <a:xfrm>
              <a:off x="2720506" y="519183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8" name="Google Shape;1848;p31"/>
            <p:cNvSpPr/>
            <p:nvPr/>
          </p:nvSpPr>
          <p:spPr>
            <a:xfrm>
              <a:off x="2817107" y="479870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9" name="Google Shape;1849;p31"/>
            <p:cNvSpPr/>
            <p:nvPr/>
          </p:nvSpPr>
          <p:spPr>
            <a:xfrm>
              <a:off x="3012215" y="482247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0" name="Google Shape;1850;p31"/>
            <p:cNvSpPr/>
            <p:nvPr/>
          </p:nvSpPr>
          <p:spPr>
            <a:xfrm>
              <a:off x="2712594" y="481795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1" name="Google Shape;1851;p31"/>
            <p:cNvSpPr/>
            <p:nvPr/>
          </p:nvSpPr>
          <p:spPr>
            <a:xfrm>
              <a:off x="3365422" y="52346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2" name="Google Shape;1852;p31"/>
            <p:cNvSpPr/>
            <p:nvPr/>
          </p:nvSpPr>
          <p:spPr>
            <a:xfrm>
              <a:off x="3279857" y="537499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3" name="Google Shape;1853;p31"/>
            <p:cNvSpPr/>
            <p:nvPr/>
          </p:nvSpPr>
          <p:spPr>
            <a:xfrm>
              <a:off x="3238609" y="513575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4" name="Google Shape;1854;p31"/>
            <p:cNvSpPr/>
            <p:nvPr/>
          </p:nvSpPr>
          <p:spPr>
            <a:xfrm>
              <a:off x="2878386" y="533609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55" name="Google Shape;1855;p31"/>
          <p:cNvGrpSpPr/>
          <p:nvPr/>
        </p:nvGrpSpPr>
        <p:grpSpPr>
          <a:xfrm>
            <a:off x="8632035" y="2918452"/>
            <a:ext cx="1376924" cy="1261156"/>
            <a:chOff x="2901073" y="1621694"/>
            <a:chExt cx="4833184" cy="4426824"/>
          </a:xfrm>
        </p:grpSpPr>
        <p:sp>
          <p:nvSpPr>
            <p:cNvPr id="1856" name="Google Shape;1856;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57" name="Google Shape;1857;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58" name="Google Shape;1858;p31"/>
          <p:cNvSpPr/>
          <p:nvPr/>
        </p:nvSpPr>
        <p:spPr>
          <a:xfrm>
            <a:off x="9161038" y="343765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9" name="Google Shape;1859;p31"/>
          <p:cNvSpPr/>
          <p:nvPr/>
        </p:nvSpPr>
        <p:spPr>
          <a:xfrm>
            <a:off x="9008022" y="3666988"/>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0" name="Google Shape;1860;p31"/>
          <p:cNvSpPr/>
          <p:nvPr/>
        </p:nvSpPr>
        <p:spPr>
          <a:xfrm>
            <a:off x="9038992" y="3337075"/>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1" name="Google Shape;1861;p31"/>
          <p:cNvSpPr/>
          <p:nvPr/>
        </p:nvSpPr>
        <p:spPr>
          <a:xfrm>
            <a:off x="9230942" y="370882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2" name="Google Shape;1862;p31"/>
          <p:cNvSpPr/>
          <p:nvPr/>
        </p:nvSpPr>
        <p:spPr>
          <a:xfrm>
            <a:off x="8755725" y="3521195"/>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3" name="Google Shape;1863;p31"/>
          <p:cNvSpPr/>
          <p:nvPr/>
        </p:nvSpPr>
        <p:spPr>
          <a:xfrm>
            <a:off x="9167851" y="3197649"/>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4" name="Google Shape;1864;p31"/>
          <p:cNvSpPr/>
          <p:nvPr/>
        </p:nvSpPr>
        <p:spPr>
          <a:xfrm>
            <a:off x="9152470" y="38759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5" name="Google Shape;1865;p31"/>
          <p:cNvSpPr/>
          <p:nvPr/>
        </p:nvSpPr>
        <p:spPr>
          <a:xfrm>
            <a:off x="8888146" y="3155269"/>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6" name="Google Shape;1866;p31"/>
          <p:cNvSpPr/>
          <p:nvPr/>
        </p:nvSpPr>
        <p:spPr>
          <a:xfrm>
            <a:off x="9183662" y="361293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7" name="Google Shape;1867;p31"/>
          <p:cNvSpPr/>
          <p:nvPr/>
        </p:nvSpPr>
        <p:spPr>
          <a:xfrm>
            <a:off x="8847514" y="365184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8" name="Google Shape;1868;p31"/>
          <p:cNvSpPr/>
          <p:nvPr/>
        </p:nvSpPr>
        <p:spPr>
          <a:xfrm>
            <a:off x="9237234" y="307163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9" name="Google Shape;1869;p31"/>
          <p:cNvSpPr/>
          <p:nvPr/>
        </p:nvSpPr>
        <p:spPr>
          <a:xfrm>
            <a:off x="9056244" y="319540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0" name="Google Shape;1870;p31"/>
          <p:cNvSpPr/>
          <p:nvPr/>
        </p:nvSpPr>
        <p:spPr>
          <a:xfrm>
            <a:off x="8785023" y="337703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1" name="Google Shape;1871;p31"/>
          <p:cNvSpPr/>
          <p:nvPr/>
        </p:nvSpPr>
        <p:spPr>
          <a:xfrm>
            <a:off x="8907116" y="349264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2" name="Google Shape;1872;p31"/>
          <p:cNvSpPr/>
          <p:nvPr/>
        </p:nvSpPr>
        <p:spPr>
          <a:xfrm>
            <a:off x="9037934" y="307857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3" name="Google Shape;1873;p31"/>
          <p:cNvSpPr/>
          <p:nvPr/>
        </p:nvSpPr>
        <p:spPr>
          <a:xfrm>
            <a:off x="9037934" y="3500010"/>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4" name="Google Shape;1874;p31"/>
          <p:cNvSpPr/>
          <p:nvPr/>
        </p:nvSpPr>
        <p:spPr>
          <a:xfrm>
            <a:off x="8838222" y="328003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5" name="Google Shape;1875;p31"/>
          <p:cNvSpPr/>
          <p:nvPr/>
        </p:nvSpPr>
        <p:spPr>
          <a:xfrm>
            <a:off x="8878326" y="3786778"/>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6" name="Google Shape;1876;p31"/>
          <p:cNvSpPr/>
          <p:nvPr/>
        </p:nvSpPr>
        <p:spPr>
          <a:xfrm>
            <a:off x="9031583" y="3858896"/>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77" name="Google Shape;1877;p31"/>
          <p:cNvGrpSpPr/>
          <p:nvPr/>
        </p:nvGrpSpPr>
        <p:grpSpPr>
          <a:xfrm>
            <a:off x="183785" y="2922117"/>
            <a:ext cx="1376924" cy="1261156"/>
            <a:chOff x="2901073" y="1621694"/>
            <a:chExt cx="4833184" cy="4426824"/>
          </a:xfrm>
        </p:grpSpPr>
        <p:sp>
          <p:nvSpPr>
            <p:cNvPr id="1878" name="Google Shape;1878;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79" name="Google Shape;1879;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80" name="Google Shape;1880;p31"/>
          <p:cNvGrpSpPr/>
          <p:nvPr/>
        </p:nvGrpSpPr>
        <p:grpSpPr>
          <a:xfrm>
            <a:off x="183785" y="4373531"/>
            <a:ext cx="1376924" cy="1261156"/>
            <a:chOff x="2901073" y="1621694"/>
            <a:chExt cx="4833184" cy="4426824"/>
          </a:xfrm>
        </p:grpSpPr>
        <p:sp>
          <p:nvSpPr>
            <p:cNvPr id="1881" name="Google Shape;1881;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82" name="Google Shape;1882;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83" name="Google Shape;1883;p31"/>
          <p:cNvGrpSpPr/>
          <p:nvPr/>
        </p:nvGrpSpPr>
        <p:grpSpPr>
          <a:xfrm>
            <a:off x="4097848" y="3822800"/>
            <a:ext cx="1086063" cy="2385527"/>
            <a:chOff x="8143985" y="375617"/>
            <a:chExt cx="252970" cy="555647"/>
          </a:xfrm>
        </p:grpSpPr>
        <p:sp>
          <p:nvSpPr>
            <p:cNvPr id="1884" name="Google Shape;1884;p31"/>
            <p:cNvSpPr/>
            <p:nvPr/>
          </p:nvSpPr>
          <p:spPr>
            <a:xfrm>
              <a:off x="8223230" y="375617"/>
              <a:ext cx="122140" cy="121781"/>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5" name="Google Shape;1885;p31"/>
            <p:cNvSpPr/>
            <p:nvPr/>
          </p:nvSpPr>
          <p:spPr>
            <a:xfrm>
              <a:off x="8143985" y="506153"/>
              <a:ext cx="252970" cy="425111"/>
            </a:xfrm>
            <a:custGeom>
              <a:avLst/>
              <a:gdLst/>
              <a:ahLst/>
              <a:cxnLst/>
              <a:rect l="l" t="t" r="r" b="b"/>
              <a:pathLst>
                <a:path w="135" h="224" extrusionOk="0">
                  <a:moveTo>
                    <a:pt x="133" y="89"/>
                  </a:moveTo>
                  <a:cubicBezTo>
                    <a:pt x="113" y="17"/>
                    <a:pt x="113" y="17"/>
                    <a:pt x="113" y="17"/>
                  </a:cubicBezTo>
                  <a:cubicBezTo>
                    <a:pt x="110" y="7"/>
                    <a:pt x="102" y="0"/>
                    <a:pt x="91" y="0"/>
                  </a:cubicBezTo>
                  <a:cubicBezTo>
                    <a:pt x="43" y="0"/>
                    <a:pt x="43" y="0"/>
                    <a:pt x="43" y="0"/>
                  </a:cubicBezTo>
                  <a:cubicBezTo>
                    <a:pt x="33" y="0"/>
                    <a:pt x="24" y="7"/>
                    <a:pt x="21" y="17"/>
                  </a:cubicBezTo>
                  <a:cubicBezTo>
                    <a:pt x="1" y="89"/>
                    <a:pt x="1" y="89"/>
                    <a:pt x="1" y="89"/>
                  </a:cubicBezTo>
                  <a:cubicBezTo>
                    <a:pt x="0" y="94"/>
                    <a:pt x="3" y="99"/>
                    <a:pt x="8" y="101"/>
                  </a:cubicBezTo>
                  <a:cubicBezTo>
                    <a:pt x="13" y="102"/>
                    <a:pt x="18" y="99"/>
                    <a:pt x="20" y="94"/>
                  </a:cubicBezTo>
                  <a:cubicBezTo>
                    <a:pt x="39" y="29"/>
                    <a:pt x="39" y="29"/>
                    <a:pt x="39" y="29"/>
                  </a:cubicBezTo>
                  <a:cubicBezTo>
                    <a:pt x="39" y="28"/>
                    <a:pt x="40" y="28"/>
                    <a:pt x="41" y="28"/>
                  </a:cubicBezTo>
                  <a:cubicBezTo>
                    <a:pt x="41" y="28"/>
                    <a:pt x="42" y="29"/>
                    <a:pt x="42" y="30"/>
                  </a:cubicBezTo>
                  <a:cubicBezTo>
                    <a:pt x="42" y="30"/>
                    <a:pt x="42" y="30"/>
                    <a:pt x="42" y="30"/>
                  </a:cubicBezTo>
                  <a:cubicBezTo>
                    <a:pt x="42" y="31"/>
                    <a:pt x="42" y="31"/>
                    <a:pt x="42" y="31"/>
                  </a:cubicBezTo>
                  <a:cubicBezTo>
                    <a:pt x="15" y="127"/>
                    <a:pt x="15" y="127"/>
                    <a:pt x="15" y="127"/>
                  </a:cubicBezTo>
                  <a:cubicBezTo>
                    <a:pt x="38" y="127"/>
                    <a:pt x="38" y="127"/>
                    <a:pt x="38" y="127"/>
                  </a:cubicBezTo>
                  <a:cubicBezTo>
                    <a:pt x="38" y="211"/>
                    <a:pt x="38" y="211"/>
                    <a:pt x="38" y="211"/>
                  </a:cubicBezTo>
                  <a:cubicBezTo>
                    <a:pt x="38" y="218"/>
                    <a:pt x="44" y="224"/>
                    <a:pt x="52" y="224"/>
                  </a:cubicBezTo>
                  <a:cubicBezTo>
                    <a:pt x="59" y="224"/>
                    <a:pt x="65" y="218"/>
                    <a:pt x="65" y="211"/>
                  </a:cubicBezTo>
                  <a:cubicBezTo>
                    <a:pt x="65" y="127"/>
                    <a:pt x="65" y="127"/>
                    <a:pt x="65" y="127"/>
                  </a:cubicBezTo>
                  <a:cubicBezTo>
                    <a:pt x="70" y="127"/>
                    <a:pt x="70" y="127"/>
                    <a:pt x="70" y="127"/>
                  </a:cubicBezTo>
                  <a:cubicBezTo>
                    <a:pt x="70" y="211"/>
                    <a:pt x="70" y="211"/>
                    <a:pt x="70" y="211"/>
                  </a:cubicBezTo>
                  <a:cubicBezTo>
                    <a:pt x="70" y="218"/>
                    <a:pt x="76" y="224"/>
                    <a:pt x="83" y="224"/>
                  </a:cubicBezTo>
                  <a:cubicBezTo>
                    <a:pt x="90" y="224"/>
                    <a:pt x="96" y="218"/>
                    <a:pt x="96" y="211"/>
                  </a:cubicBezTo>
                  <a:cubicBezTo>
                    <a:pt x="96" y="127"/>
                    <a:pt x="96" y="127"/>
                    <a:pt x="96" y="127"/>
                  </a:cubicBezTo>
                  <a:cubicBezTo>
                    <a:pt x="120" y="127"/>
                    <a:pt x="120" y="127"/>
                    <a:pt x="120" y="127"/>
                  </a:cubicBezTo>
                  <a:cubicBezTo>
                    <a:pt x="92" y="31"/>
                    <a:pt x="92" y="31"/>
                    <a:pt x="92" y="31"/>
                  </a:cubicBezTo>
                  <a:cubicBezTo>
                    <a:pt x="92" y="30"/>
                    <a:pt x="92" y="30"/>
                    <a:pt x="92" y="30"/>
                  </a:cubicBezTo>
                  <a:cubicBezTo>
                    <a:pt x="92" y="30"/>
                    <a:pt x="92" y="30"/>
                    <a:pt x="92" y="30"/>
                  </a:cubicBezTo>
                  <a:cubicBezTo>
                    <a:pt x="92" y="29"/>
                    <a:pt x="93" y="28"/>
                    <a:pt x="94" y="28"/>
                  </a:cubicBezTo>
                  <a:cubicBezTo>
                    <a:pt x="95" y="28"/>
                    <a:pt x="96" y="28"/>
                    <a:pt x="96" y="29"/>
                  </a:cubicBezTo>
                  <a:cubicBezTo>
                    <a:pt x="114" y="94"/>
                    <a:pt x="114" y="94"/>
                    <a:pt x="114" y="94"/>
                  </a:cubicBezTo>
                  <a:cubicBezTo>
                    <a:pt x="116" y="99"/>
                    <a:pt x="121" y="102"/>
                    <a:pt x="127" y="101"/>
                  </a:cubicBezTo>
                  <a:cubicBezTo>
                    <a:pt x="132" y="99"/>
                    <a:pt x="135" y="94"/>
                    <a:pt x="133" y="8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886" name="Google Shape;1886;p31"/>
          <p:cNvGrpSpPr/>
          <p:nvPr/>
        </p:nvGrpSpPr>
        <p:grpSpPr>
          <a:xfrm>
            <a:off x="9410510" y="4427042"/>
            <a:ext cx="1167268" cy="742835"/>
            <a:chOff x="9410510" y="4427042"/>
            <a:chExt cx="1167268" cy="742835"/>
          </a:xfrm>
        </p:grpSpPr>
        <p:sp>
          <p:nvSpPr>
            <p:cNvPr id="1887" name="Google Shape;1887;p31"/>
            <p:cNvSpPr/>
            <p:nvPr/>
          </p:nvSpPr>
          <p:spPr>
            <a:xfrm flipH="1">
              <a:off x="9410510" y="4427042"/>
              <a:ext cx="1167268" cy="742835"/>
            </a:xfrm>
            <a:prstGeom prst="wedgeEllipseCallout">
              <a:avLst>
                <a:gd name="adj1" fmla="val -20833"/>
                <a:gd name="adj2" fmla="val 625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88" name="Google Shape;1888;p31" descr="Question mark"/>
            <p:cNvPicPr preferRelativeResize="0"/>
            <p:nvPr/>
          </p:nvPicPr>
          <p:blipFill rotWithShape="1">
            <a:blip r:embed="rId3">
              <a:alphaModFix/>
            </a:blip>
            <a:srcRect/>
            <a:stretch/>
          </p:blipFill>
          <p:spPr>
            <a:xfrm>
              <a:off x="9717502" y="4521817"/>
              <a:ext cx="553284" cy="553284"/>
            </a:xfrm>
            <a:prstGeom prst="rect">
              <a:avLst/>
            </a:prstGeom>
            <a:noFill/>
            <a:ln>
              <a:noFill/>
            </a:ln>
          </p:spPr>
        </p:pic>
      </p:grpSp>
      <p:grpSp>
        <p:nvGrpSpPr>
          <p:cNvPr id="1889" name="Google Shape;1889;p31"/>
          <p:cNvGrpSpPr/>
          <p:nvPr/>
        </p:nvGrpSpPr>
        <p:grpSpPr>
          <a:xfrm>
            <a:off x="9945746" y="4855314"/>
            <a:ext cx="1205969" cy="1937157"/>
            <a:chOff x="9945746" y="4855314"/>
            <a:chExt cx="1205969" cy="1937157"/>
          </a:xfrm>
        </p:grpSpPr>
        <p:grpSp>
          <p:nvGrpSpPr>
            <p:cNvPr id="1890" name="Google Shape;1890;p31"/>
            <p:cNvGrpSpPr/>
            <p:nvPr/>
          </p:nvGrpSpPr>
          <p:grpSpPr>
            <a:xfrm>
              <a:off x="9945746" y="4926225"/>
              <a:ext cx="1205969" cy="1866246"/>
              <a:chOff x="9945746" y="4926225"/>
              <a:chExt cx="1205969" cy="1866246"/>
            </a:xfrm>
          </p:grpSpPr>
          <p:grpSp>
            <p:nvGrpSpPr>
              <p:cNvPr id="1891" name="Google Shape;1891;p31"/>
              <p:cNvGrpSpPr/>
              <p:nvPr/>
            </p:nvGrpSpPr>
            <p:grpSpPr>
              <a:xfrm>
                <a:off x="10464319" y="4926225"/>
                <a:ext cx="687396" cy="1866246"/>
                <a:chOff x="7858105" y="382956"/>
                <a:chExt cx="211138" cy="573228"/>
              </a:xfrm>
            </p:grpSpPr>
            <p:sp>
              <p:nvSpPr>
                <p:cNvPr id="1892" name="Google Shape;1892;p31"/>
                <p:cNvSpPr/>
                <p:nvPr/>
              </p:nvSpPr>
              <p:spPr>
                <a:xfrm>
                  <a:off x="7907606" y="382956"/>
                  <a:ext cx="118544" cy="113494"/>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3" name="Google Shape;1893;p31"/>
                <p:cNvSpPr/>
                <p:nvPr/>
              </p:nvSpPr>
              <p:spPr>
                <a:xfrm>
                  <a:off x="7858105" y="508509"/>
                  <a:ext cx="211138" cy="447675"/>
                </a:xfrm>
                <a:custGeom>
                  <a:avLst/>
                  <a:gdLst/>
                  <a:ahLst/>
                  <a:cxnLst/>
                  <a:rect l="l" t="t" r="r" b="b"/>
                  <a:pathLst>
                    <a:path w="106" h="224" extrusionOk="0">
                      <a:moveTo>
                        <a:pt x="83" y="0"/>
                      </a:moveTo>
                      <a:cubicBezTo>
                        <a:pt x="24" y="0"/>
                        <a:pt x="24" y="0"/>
                        <a:pt x="24" y="0"/>
                      </a:cubicBezTo>
                      <a:cubicBezTo>
                        <a:pt x="11" y="0"/>
                        <a:pt x="0" y="10"/>
                        <a:pt x="0" y="23"/>
                      </a:cubicBezTo>
                      <a:cubicBezTo>
                        <a:pt x="0" y="99"/>
                        <a:pt x="0" y="99"/>
                        <a:pt x="0" y="99"/>
                      </a:cubicBezTo>
                      <a:cubicBezTo>
                        <a:pt x="0" y="104"/>
                        <a:pt x="5" y="109"/>
                        <a:pt x="10" y="109"/>
                      </a:cubicBezTo>
                      <a:cubicBezTo>
                        <a:pt x="16" y="109"/>
                        <a:pt x="21" y="104"/>
                        <a:pt x="21" y="99"/>
                      </a:cubicBezTo>
                      <a:cubicBezTo>
                        <a:pt x="21" y="35"/>
                        <a:pt x="21" y="35"/>
                        <a:pt x="21" y="35"/>
                      </a:cubicBezTo>
                      <a:cubicBezTo>
                        <a:pt x="24" y="35"/>
                        <a:pt x="24" y="35"/>
                        <a:pt x="24" y="35"/>
                      </a:cubicBezTo>
                      <a:cubicBezTo>
                        <a:pt x="24" y="211"/>
                        <a:pt x="24" y="211"/>
                        <a:pt x="24" y="211"/>
                      </a:cubicBezTo>
                      <a:cubicBezTo>
                        <a:pt x="24" y="218"/>
                        <a:pt x="30" y="224"/>
                        <a:pt x="38" y="224"/>
                      </a:cubicBezTo>
                      <a:cubicBezTo>
                        <a:pt x="45" y="224"/>
                        <a:pt x="51" y="218"/>
                        <a:pt x="51" y="211"/>
                      </a:cubicBezTo>
                      <a:cubicBezTo>
                        <a:pt x="51" y="108"/>
                        <a:pt x="51" y="108"/>
                        <a:pt x="51" y="108"/>
                      </a:cubicBezTo>
                      <a:cubicBezTo>
                        <a:pt x="55" y="108"/>
                        <a:pt x="55" y="108"/>
                        <a:pt x="55" y="108"/>
                      </a:cubicBezTo>
                      <a:cubicBezTo>
                        <a:pt x="55" y="211"/>
                        <a:pt x="55" y="211"/>
                        <a:pt x="55" y="211"/>
                      </a:cubicBezTo>
                      <a:cubicBezTo>
                        <a:pt x="55" y="218"/>
                        <a:pt x="61" y="224"/>
                        <a:pt x="69" y="224"/>
                      </a:cubicBezTo>
                      <a:cubicBezTo>
                        <a:pt x="76" y="224"/>
                        <a:pt x="82" y="218"/>
                        <a:pt x="82" y="211"/>
                      </a:cubicBezTo>
                      <a:cubicBezTo>
                        <a:pt x="82" y="35"/>
                        <a:pt x="82" y="35"/>
                        <a:pt x="82" y="35"/>
                      </a:cubicBezTo>
                      <a:cubicBezTo>
                        <a:pt x="86" y="35"/>
                        <a:pt x="86" y="35"/>
                        <a:pt x="86" y="35"/>
                      </a:cubicBezTo>
                      <a:cubicBezTo>
                        <a:pt x="86" y="99"/>
                        <a:pt x="86" y="99"/>
                        <a:pt x="86" y="99"/>
                      </a:cubicBezTo>
                      <a:cubicBezTo>
                        <a:pt x="86" y="104"/>
                        <a:pt x="91" y="109"/>
                        <a:pt x="96" y="109"/>
                      </a:cubicBezTo>
                      <a:cubicBezTo>
                        <a:pt x="102" y="109"/>
                        <a:pt x="106" y="104"/>
                        <a:pt x="106" y="99"/>
                      </a:cubicBezTo>
                      <a:cubicBezTo>
                        <a:pt x="106" y="23"/>
                        <a:pt x="106" y="23"/>
                        <a:pt x="106" y="23"/>
                      </a:cubicBezTo>
                      <a:cubicBezTo>
                        <a:pt x="106" y="10"/>
                        <a:pt x="96" y="0"/>
                        <a:pt x="8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894" name="Google Shape;1894;p31"/>
              <p:cNvGrpSpPr/>
              <p:nvPr/>
            </p:nvGrpSpPr>
            <p:grpSpPr>
              <a:xfrm>
                <a:off x="9945746" y="5634687"/>
                <a:ext cx="552620" cy="523031"/>
                <a:chOff x="2345051" y="2875411"/>
                <a:chExt cx="1376924" cy="1261156"/>
              </a:xfrm>
            </p:grpSpPr>
            <p:grpSp>
              <p:nvGrpSpPr>
                <p:cNvPr id="1895" name="Google Shape;1895;p31"/>
                <p:cNvGrpSpPr/>
                <p:nvPr/>
              </p:nvGrpSpPr>
              <p:grpSpPr>
                <a:xfrm>
                  <a:off x="2345051" y="2875411"/>
                  <a:ext cx="1376924" cy="1261156"/>
                  <a:chOff x="2901073" y="1621694"/>
                  <a:chExt cx="4833184" cy="4426824"/>
                </a:xfrm>
              </p:grpSpPr>
              <p:sp>
                <p:nvSpPr>
                  <p:cNvPr id="1896" name="Google Shape;1896;p31"/>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97" name="Google Shape;1897;p31"/>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98" name="Google Shape;1898;p31"/>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99" name="Google Shape;1899;p31"/>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0" name="Google Shape;1900;p31"/>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1" name="Google Shape;1901;p31"/>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2" name="Google Shape;1902;p31"/>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3" name="Google Shape;1903;p31"/>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4" name="Google Shape;1904;p31"/>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5" name="Google Shape;1905;p31"/>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6" name="Google Shape;1906;p31"/>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7" name="Google Shape;1907;p31"/>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8" name="Google Shape;1908;p31"/>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9" name="Google Shape;1909;p31"/>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0" name="Google Shape;1910;p31"/>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1" name="Google Shape;1911;p31"/>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2" name="Google Shape;1912;p31"/>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3" name="Google Shape;1913;p31"/>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4" name="Google Shape;1914;p31"/>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5" name="Google Shape;1915;p31"/>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6" name="Google Shape;1916;p31"/>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7" name="Google Shape;1917;p31"/>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8" name="Google Shape;1918;p31"/>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9" name="Google Shape;1919;p31"/>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0" name="Google Shape;1920;p31"/>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1" name="Google Shape;1921;p31"/>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2" name="Google Shape;1922;p31"/>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3" name="Google Shape;1923;p31"/>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4" name="Google Shape;1924;p31"/>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5" name="Google Shape;1925;p31"/>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6" name="Google Shape;1926;p31"/>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7" name="Google Shape;1927;p31"/>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8" name="Google Shape;1928;p31"/>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9" name="Google Shape;1929;p31"/>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0" name="Google Shape;1930;p31"/>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1" name="Google Shape;1931;p31"/>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2" name="Google Shape;1932;p31"/>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3" name="Google Shape;1933;p31"/>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4" name="Google Shape;1934;p31"/>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5" name="Google Shape;1935;p31"/>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1936" name="Google Shape;1936;p31" descr="Sad face with no fill"/>
            <p:cNvPicPr preferRelativeResize="0"/>
            <p:nvPr/>
          </p:nvPicPr>
          <p:blipFill rotWithShape="1">
            <a:blip r:embed="rId4">
              <a:alphaModFix/>
            </a:blip>
            <a:srcRect/>
            <a:stretch/>
          </p:blipFill>
          <p:spPr>
            <a:xfrm>
              <a:off x="10567781" y="4855314"/>
              <a:ext cx="493696" cy="493696"/>
            </a:xfrm>
            <a:prstGeom prst="rect">
              <a:avLst/>
            </a:prstGeom>
            <a:noFill/>
            <a:ln>
              <a:noFill/>
            </a:ln>
          </p:spPr>
        </p:pic>
      </p:grpSp>
      <p:grpSp>
        <p:nvGrpSpPr>
          <p:cNvPr id="1937" name="Google Shape;1937;p31"/>
          <p:cNvGrpSpPr/>
          <p:nvPr/>
        </p:nvGrpSpPr>
        <p:grpSpPr>
          <a:xfrm>
            <a:off x="4515324" y="2744654"/>
            <a:ext cx="1761344" cy="1169759"/>
            <a:chOff x="4515324" y="2744654"/>
            <a:chExt cx="1761344" cy="1169759"/>
          </a:xfrm>
        </p:grpSpPr>
        <p:sp>
          <p:nvSpPr>
            <p:cNvPr id="1938" name="Google Shape;1938;p31"/>
            <p:cNvSpPr/>
            <p:nvPr/>
          </p:nvSpPr>
          <p:spPr>
            <a:xfrm>
              <a:off x="4515324" y="2744654"/>
              <a:ext cx="1761344" cy="1169759"/>
            </a:xfrm>
            <a:prstGeom prst="wedgeEllipseCallout">
              <a:avLst>
                <a:gd name="adj1" fmla="val -20833"/>
                <a:gd name="adj2" fmla="val 625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39" name="Google Shape;1939;p31" descr="Question mark"/>
            <p:cNvPicPr preferRelativeResize="0"/>
            <p:nvPr/>
          </p:nvPicPr>
          <p:blipFill rotWithShape="1">
            <a:blip r:embed="rId3">
              <a:alphaModFix/>
            </a:blip>
            <a:srcRect/>
            <a:stretch/>
          </p:blipFill>
          <p:spPr>
            <a:xfrm>
              <a:off x="5129705" y="2857218"/>
              <a:ext cx="914400" cy="914400"/>
            </a:xfrm>
            <a:prstGeom prst="rect">
              <a:avLst/>
            </a:prstGeom>
            <a:noFill/>
            <a:ln>
              <a:noFill/>
            </a:ln>
          </p:spPr>
        </p:pic>
        <p:pic>
          <p:nvPicPr>
            <p:cNvPr id="1940" name="Google Shape;1940;p31" descr="Exclamation mark"/>
            <p:cNvPicPr preferRelativeResize="0"/>
            <p:nvPr/>
          </p:nvPicPr>
          <p:blipFill rotWithShape="1">
            <a:blip r:embed="rId5">
              <a:alphaModFix/>
            </a:blip>
            <a:srcRect/>
            <a:stretch/>
          </p:blipFill>
          <p:spPr>
            <a:xfrm>
              <a:off x="4689213" y="2858251"/>
              <a:ext cx="914400" cy="914400"/>
            </a:xfrm>
            <a:prstGeom prst="rect">
              <a:avLst/>
            </a:prstGeom>
            <a:noFill/>
            <a:ln>
              <a:noFill/>
            </a:ln>
          </p:spPr>
        </p:pic>
      </p:grpSp>
      <p:pic>
        <p:nvPicPr>
          <p:cNvPr id="1941" name="Google Shape;1941;p31" descr="Confused face with no fill"/>
          <p:cNvPicPr preferRelativeResize="0"/>
          <p:nvPr/>
        </p:nvPicPr>
        <p:blipFill rotWithShape="1">
          <a:blip r:embed="rId6">
            <a:alphaModFix/>
          </a:blip>
          <a:srcRect/>
          <a:stretch/>
        </p:blipFill>
        <p:spPr>
          <a:xfrm>
            <a:off x="4336223" y="3687817"/>
            <a:ext cx="739225" cy="739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883"/>
                                        </p:tgtEl>
                                        <p:attrNameLst>
                                          <p:attrName>style.visibility</p:attrName>
                                        </p:attrNameLst>
                                      </p:cBhvr>
                                      <p:to>
                                        <p:strVal val="visible"/>
                                      </p:to>
                                    </p:set>
                                    <p:animEffect transition="in" filter="fade">
                                      <p:cBhvr>
                                        <p:cTn id="7" dur="300"/>
                                        <p:tgtEl>
                                          <p:spTgt spid="1883"/>
                                        </p:tgtEl>
                                      </p:cBhvr>
                                    </p:animEffect>
                                  </p:childTnLst>
                                </p:cTn>
                              </p:par>
                            </p:childTnLst>
                          </p:cTn>
                        </p:par>
                        <p:par>
                          <p:cTn id="8" fill="hold">
                            <p:stCondLst>
                              <p:cond delay="300"/>
                            </p:stCondLst>
                            <p:childTnLst>
                              <p:par>
                                <p:cTn id="9" presetID="10" presetClass="entr" presetSubtype="0" fill="hold" nodeType="afterEffect">
                                  <p:stCondLst>
                                    <p:cond delay="500"/>
                                  </p:stCondLst>
                                  <p:childTnLst>
                                    <p:set>
                                      <p:cBhvr>
                                        <p:cTn id="10" dur="1" fill="hold">
                                          <p:stCondLst>
                                            <p:cond delay="0"/>
                                          </p:stCondLst>
                                        </p:cTn>
                                        <p:tgtEl>
                                          <p:spTgt spid="1937"/>
                                        </p:tgtEl>
                                        <p:attrNameLst>
                                          <p:attrName>style.visibility</p:attrName>
                                        </p:attrNameLst>
                                      </p:cBhvr>
                                      <p:to>
                                        <p:strVal val="visible"/>
                                      </p:to>
                                    </p:set>
                                    <p:animEffect transition="in" filter="fade">
                                      <p:cBhvr>
                                        <p:cTn id="11" dur="500"/>
                                        <p:tgtEl>
                                          <p:spTgt spid="1937"/>
                                        </p:tgtEl>
                                      </p:cBhvr>
                                    </p:animEffect>
                                  </p:childTnLst>
                                </p:cTn>
                              </p:par>
                            </p:childTnLst>
                          </p:cTn>
                        </p:par>
                        <p:par>
                          <p:cTn id="12" fill="hold">
                            <p:stCondLst>
                              <p:cond delay="800"/>
                            </p:stCondLst>
                            <p:childTnLst>
                              <p:par>
                                <p:cTn id="13" presetID="10" presetClass="entr" presetSubtype="0" fill="hold" nodeType="afterEffect">
                                  <p:stCondLst>
                                    <p:cond delay="500"/>
                                  </p:stCondLst>
                                  <p:childTnLst>
                                    <p:set>
                                      <p:cBhvr>
                                        <p:cTn id="14" dur="1" fill="hold">
                                          <p:stCondLst>
                                            <p:cond delay="0"/>
                                          </p:stCondLst>
                                        </p:cTn>
                                        <p:tgtEl>
                                          <p:spTgt spid="1889"/>
                                        </p:tgtEl>
                                        <p:attrNameLst>
                                          <p:attrName>style.visibility</p:attrName>
                                        </p:attrNameLst>
                                      </p:cBhvr>
                                      <p:to>
                                        <p:strVal val="visible"/>
                                      </p:to>
                                    </p:set>
                                    <p:animEffect transition="in" filter="fade">
                                      <p:cBhvr>
                                        <p:cTn id="15" dur="500"/>
                                        <p:tgtEl>
                                          <p:spTgt spid="1889"/>
                                        </p:tgtEl>
                                      </p:cBhvr>
                                    </p:animEffect>
                                  </p:childTnLst>
                                </p:cTn>
                              </p:par>
                            </p:childTnLst>
                          </p:cTn>
                        </p:par>
                        <p:par>
                          <p:cTn id="16" fill="hold">
                            <p:stCondLst>
                              <p:cond delay="1300"/>
                            </p:stCondLst>
                            <p:childTnLst>
                              <p:par>
                                <p:cTn id="17" presetID="10" presetClass="entr" presetSubtype="0" fill="hold" nodeType="afterEffect">
                                  <p:stCondLst>
                                    <p:cond delay="500"/>
                                  </p:stCondLst>
                                  <p:childTnLst>
                                    <p:set>
                                      <p:cBhvr>
                                        <p:cTn id="18" dur="1" fill="hold">
                                          <p:stCondLst>
                                            <p:cond delay="0"/>
                                          </p:stCondLst>
                                        </p:cTn>
                                        <p:tgtEl>
                                          <p:spTgt spid="1886"/>
                                        </p:tgtEl>
                                        <p:attrNameLst>
                                          <p:attrName>style.visibility</p:attrName>
                                        </p:attrNameLst>
                                      </p:cBhvr>
                                      <p:to>
                                        <p:strVal val="visible"/>
                                      </p:to>
                                    </p:set>
                                    <p:animEffect transition="in" filter="fade">
                                      <p:cBhvr>
                                        <p:cTn id="19" dur="500"/>
                                        <p:tgtEl>
                                          <p:spTgt spid="1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5"/>
        <p:cNvGrpSpPr/>
        <p:nvPr/>
      </p:nvGrpSpPr>
      <p:grpSpPr>
        <a:xfrm>
          <a:off x="0" y="0"/>
          <a:ext cx="0" cy="0"/>
          <a:chOff x="0" y="0"/>
          <a:chExt cx="0" cy="0"/>
        </a:xfrm>
      </p:grpSpPr>
      <p:pic>
        <p:nvPicPr>
          <p:cNvPr id="1946" name="Google Shape;1946;p32" descr="A close up of a blue background&#10;&#10;Description automatically generated"/>
          <p:cNvPicPr preferRelativeResize="0"/>
          <p:nvPr/>
        </p:nvPicPr>
        <p:blipFill rotWithShape="1">
          <a:blip r:embed="rId3">
            <a:alphaModFix/>
          </a:blip>
          <a:srcRect/>
          <a:stretch/>
        </p:blipFill>
        <p:spPr>
          <a:xfrm>
            <a:off x="-33389" y="340963"/>
            <a:ext cx="12258777" cy="57398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6"/>
                                        </p:tgtEl>
                                        <p:attrNameLst>
                                          <p:attrName>style.visibility</p:attrName>
                                        </p:attrNameLst>
                                      </p:cBhvr>
                                      <p:to>
                                        <p:strVal val="visible"/>
                                      </p:to>
                                    </p:set>
                                    <p:animEffect transition="in" filter="fade">
                                      <p:cBhvr>
                                        <p:cTn id="7" dur="500"/>
                                        <p:tgtEl>
                                          <p:spTgt spid="1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33"/>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cxnSp>
        <p:nvCxnSpPr>
          <p:cNvPr id="1952" name="Google Shape;1952;p33"/>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cxnSp>
        <p:nvCxnSpPr>
          <p:cNvPr id="1953" name="Google Shape;1953;p33"/>
          <p:cNvCxnSpPr/>
          <p:nvPr/>
        </p:nvCxnSpPr>
        <p:spPr>
          <a:xfrm>
            <a:off x="2962232" y="4328336"/>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1954" name="Google Shape;1954;p33"/>
          <p:cNvCxnSpPr/>
          <p:nvPr/>
        </p:nvCxnSpPr>
        <p:spPr>
          <a:xfrm>
            <a:off x="2962232" y="3079854"/>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1955" name="Google Shape;1955;p33"/>
          <p:cNvCxnSpPr/>
          <p:nvPr/>
        </p:nvCxnSpPr>
        <p:spPr>
          <a:xfrm>
            <a:off x="2962232" y="2047946"/>
            <a:ext cx="4182838" cy="0"/>
          </a:xfrm>
          <a:prstGeom prst="straightConnector1">
            <a:avLst/>
          </a:prstGeom>
          <a:noFill/>
          <a:ln w="38100" cap="flat" cmpd="sng">
            <a:solidFill>
              <a:schemeClr val="accent3"/>
            </a:solidFill>
            <a:prstDash val="solid"/>
            <a:miter lim="800000"/>
            <a:headEnd type="none" w="sm" len="sm"/>
            <a:tailEnd type="none" w="sm" len="sm"/>
          </a:ln>
        </p:spPr>
      </p:cxnSp>
      <p:sp>
        <p:nvSpPr>
          <p:cNvPr id="1956" name="Google Shape;1956;p33"/>
          <p:cNvSpPr/>
          <p:nvPr/>
        </p:nvSpPr>
        <p:spPr>
          <a:xfrm>
            <a:off x="6677951" y="158082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57" name="Google Shape;1957;p33"/>
          <p:cNvSpPr/>
          <p:nvPr/>
        </p:nvSpPr>
        <p:spPr>
          <a:xfrm>
            <a:off x="7612190" y="1580827"/>
            <a:ext cx="1953051" cy="934238"/>
          </a:xfrm>
          <a:custGeom>
            <a:avLst/>
            <a:gdLst/>
            <a:ahLst/>
            <a:cxnLst/>
            <a:rect l="l" t="t" r="r" b="b"/>
            <a:pathLst>
              <a:path w="1953051" h="934238" extrusionOk="0">
                <a:moveTo>
                  <a:pt x="0" y="0"/>
                </a:moveTo>
                <a:lnTo>
                  <a:pt x="1953051" y="0"/>
                </a:lnTo>
                <a:lnTo>
                  <a:pt x="1953051"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What these tools are</a:t>
            </a:r>
            <a:endParaRPr/>
          </a:p>
        </p:txBody>
      </p:sp>
      <p:sp>
        <p:nvSpPr>
          <p:cNvPr id="1958" name="Google Shape;1958;p33"/>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59" name="Google Shape;1959;p33"/>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1960" name="Google Shape;1960;p33"/>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61" name="Google Shape;1961;p33"/>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sp>
        <p:nvSpPr>
          <p:cNvPr id="1962" name="Google Shape;1962;p33"/>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63" name="Google Shape;1963;p33"/>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1964" name="Google Shape;1964;p33"/>
          <p:cNvGrpSpPr/>
          <p:nvPr/>
        </p:nvGrpSpPr>
        <p:grpSpPr>
          <a:xfrm>
            <a:off x="6631801" y="1523678"/>
            <a:ext cx="1005035" cy="934239"/>
            <a:chOff x="630314" y="1580827"/>
            <a:chExt cx="4833184" cy="4489266"/>
          </a:xfrm>
        </p:grpSpPr>
        <p:sp>
          <p:nvSpPr>
            <p:cNvPr id="1965" name="Google Shape;1965;p3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66" name="Google Shape;1966;p3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1967" name="Google Shape;1967;p33"/>
            <p:cNvGrpSpPr/>
            <p:nvPr/>
          </p:nvGrpSpPr>
          <p:grpSpPr>
            <a:xfrm>
              <a:off x="630314" y="1643269"/>
              <a:ext cx="4833184" cy="4426824"/>
              <a:chOff x="2901073" y="1621694"/>
              <a:chExt cx="4833184" cy="4426824"/>
            </a:xfrm>
          </p:grpSpPr>
          <p:sp>
            <p:nvSpPr>
              <p:cNvPr id="1968" name="Google Shape;1968;p3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69" name="Google Shape;1969;p3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970" name="Google Shape;1970;p3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1" name="Google Shape;1971;p3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2" name="Google Shape;1972;p3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3" name="Google Shape;1973;p3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4" name="Google Shape;1974;p3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5" name="Google Shape;1975;p3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6" name="Google Shape;1976;p3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7" name="Google Shape;1977;p3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8" name="Google Shape;1978;p3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9" name="Google Shape;1979;p3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0" name="Google Shape;1980;p3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1" name="Google Shape;1981;p3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2" name="Google Shape;1982;p3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3" name="Google Shape;1983;p3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4" name="Google Shape;1984;p3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5" name="Google Shape;1985;p3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6" name="Google Shape;1986;p3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87" name="Google Shape;1987;p3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88" name="Google Shape;1988;p3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89" name="Google Shape;1989;p3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0" name="Google Shape;1990;p3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1" name="Google Shape;1991;p3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2" name="Google Shape;1992;p3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3" name="Google Shape;1993;p3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4" name="Google Shape;1994;p3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5" name="Google Shape;1995;p3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6" name="Google Shape;1996;p3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7" name="Google Shape;1997;p3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8" name="Google Shape;1998;p3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99" name="Google Shape;1999;p3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00" name="Google Shape;2000;p3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01" name="Google Shape;2001;p3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02" name="Google Shape;2002;p3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3" name="Google Shape;2003;p3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4" name="Google Shape;2004;p3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5" name="Google Shape;2005;p3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6" name="Google Shape;2006;p3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7" name="Google Shape;2007;p3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8" name="Google Shape;2008;p3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9" name="Google Shape;2009;p3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0" name="Google Shape;2010;p3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1" name="Google Shape;2011;p3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2" name="Google Shape;2012;p3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3" name="Google Shape;2013;p3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4" name="Google Shape;2014;p3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5" name="Google Shape;2015;p3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6" name="Google Shape;2016;p3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7" name="Google Shape;2017;p3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8" name="Google Shape;2018;p3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9" name="Google Shape;2019;p3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0" name="Google Shape;2020;p3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1" name="Google Shape;2021;p3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2" name="Google Shape;2022;p3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3" name="Google Shape;2023;p3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024" name="Google Shape;2024;p33"/>
          <p:cNvGrpSpPr/>
          <p:nvPr/>
        </p:nvGrpSpPr>
        <p:grpSpPr>
          <a:xfrm>
            <a:off x="5906476" y="2608004"/>
            <a:ext cx="1005035" cy="934239"/>
            <a:chOff x="630314" y="1580827"/>
            <a:chExt cx="4833184" cy="4489266"/>
          </a:xfrm>
        </p:grpSpPr>
        <p:sp>
          <p:nvSpPr>
            <p:cNvPr id="2025" name="Google Shape;2025;p3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26" name="Google Shape;2026;p3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027" name="Google Shape;2027;p33"/>
            <p:cNvGrpSpPr/>
            <p:nvPr/>
          </p:nvGrpSpPr>
          <p:grpSpPr>
            <a:xfrm>
              <a:off x="630314" y="1643269"/>
              <a:ext cx="4833184" cy="4426824"/>
              <a:chOff x="2901073" y="1621694"/>
              <a:chExt cx="4833184" cy="4426824"/>
            </a:xfrm>
          </p:grpSpPr>
          <p:sp>
            <p:nvSpPr>
              <p:cNvPr id="2028" name="Google Shape;2028;p3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29" name="Google Shape;2029;p3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030" name="Google Shape;2030;p3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1" name="Google Shape;2031;p3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2" name="Google Shape;2032;p3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3" name="Google Shape;2033;p3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4" name="Google Shape;2034;p3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5" name="Google Shape;2035;p3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6" name="Google Shape;2036;p3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7" name="Google Shape;2037;p3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8" name="Google Shape;2038;p3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9" name="Google Shape;2039;p3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0" name="Google Shape;2040;p3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1" name="Google Shape;2041;p3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2" name="Google Shape;2042;p3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3" name="Google Shape;2043;p3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4" name="Google Shape;2044;p3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5" name="Google Shape;2045;p3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6" name="Google Shape;2046;p3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47" name="Google Shape;2047;p3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48" name="Google Shape;2048;p3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49" name="Google Shape;2049;p3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0" name="Google Shape;2050;p3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1" name="Google Shape;2051;p3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2" name="Google Shape;2052;p3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3" name="Google Shape;2053;p3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4" name="Google Shape;2054;p3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5" name="Google Shape;2055;p3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6" name="Google Shape;2056;p3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7" name="Google Shape;2057;p3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8" name="Google Shape;2058;p3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9" name="Google Shape;2059;p3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60" name="Google Shape;2060;p3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61" name="Google Shape;2061;p3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62" name="Google Shape;2062;p3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3" name="Google Shape;2063;p3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4" name="Google Shape;2064;p3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5" name="Google Shape;2065;p3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6" name="Google Shape;2066;p3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7" name="Google Shape;2067;p3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8" name="Google Shape;2068;p3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9" name="Google Shape;2069;p3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0" name="Google Shape;2070;p3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1" name="Google Shape;2071;p3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2" name="Google Shape;2072;p3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3" name="Google Shape;2073;p3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4" name="Google Shape;2074;p3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5" name="Google Shape;2075;p3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6" name="Google Shape;2076;p3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7" name="Google Shape;2077;p3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8" name="Google Shape;2078;p3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9" name="Google Shape;2079;p3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0" name="Google Shape;2080;p3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1" name="Google Shape;2081;p3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2" name="Google Shape;2082;p3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3" name="Google Shape;2083;p3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084" name="Google Shape;2084;p33"/>
          <p:cNvGrpSpPr/>
          <p:nvPr/>
        </p:nvGrpSpPr>
        <p:grpSpPr>
          <a:xfrm>
            <a:off x="5906476" y="3846582"/>
            <a:ext cx="1005035" cy="934239"/>
            <a:chOff x="630314" y="1580827"/>
            <a:chExt cx="4833184" cy="4489266"/>
          </a:xfrm>
        </p:grpSpPr>
        <p:sp>
          <p:nvSpPr>
            <p:cNvPr id="2085" name="Google Shape;2085;p3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86" name="Google Shape;2086;p3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087" name="Google Shape;2087;p33"/>
            <p:cNvGrpSpPr/>
            <p:nvPr/>
          </p:nvGrpSpPr>
          <p:grpSpPr>
            <a:xfrm>
              <a:off x="630314" y="1643269"/>
              <a:ext cx="4833184" cy="4426824"/>
              <a:chOff x="2901073" y="1621694"/>
              <a:chExt cx="4833184" cy="4426824"/>
            </a:xfrm>
          </p:grpSpPr>
          <p:sp>
            <p:nvSpPr>
              <p:cNvPr id="2088" name="Google Shape;2088;p3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89" name="Google Shape;2089;p3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090" name="Google Shape;2090;p3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1" name="Google Shape;2091;p3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2" name="Google Shape;2092;p3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3" name="Google Shape;2093;p3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4" name="Google Shape;2094;p3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5" name="Google Shape;2095;p3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6" name="Google Shape;2096;p3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7" name="Google Shape;2097;p3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8" name="Google Shape;2098;p3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9" name="Google Shape;2099;p3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0" name="Google Shape;2100;p3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1" name="Google Shape;2101;p3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2" name="Google Shape;2102;p3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3" name="Google Shape;2103;p3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4" name="Google Shape;2104;p3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5" name="Google Shape;2105;p3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6" name="Google Shape;2106;p3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07" name="Google Shape;2107;p3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08" name="Google Shape;2108;p3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09" name="Google Shape;2109;p3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0" name="Google Shape;2110;p3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1" name="Google Shape;2111;p3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2" name="Google Shape;2112;p3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3" name="Google Shape;2113;p3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4" name="Google Shape;2114;p3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5" name="Google Shape;2115;p3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6" name="Google Shape;2116;p3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7" name="Google Shape;2117;p3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8" name="Google Shape;2118;p3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19" name="Google Shape;2119;p3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20" name="Google Shape;2120;p3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21" name="Google Shape;2121;p3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22" name="Google Shape;2122;p3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3" name="Google Shape;2123;p3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4" name="Google Shape;2124;p3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5" name="Google Shape;2125;p3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6" name="Google Shape;2126;p3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7" name="Google Shape;2127;p3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8" name="Google Shape;2128;p3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9" name="Google Shape;2129;p3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0" name="Google Shape;2130;p3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1" name="Google Shape;2131;p3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2" name="Google Shape;2132;p3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3" name="Google Shape;2133;p3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4" name="Google Shape;2134;p3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5" name="Google Shape;2135;p3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6" name="Google Shape;2136;p3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7" name="Google Shape;2137;p3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8" name="Google Shape;2138;p3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9" name="Google Shape;2139;p3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0" name="Google Shape;2140;p3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1" name="Google Shape;2141;p3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2" name="Google Shape;2142;p3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3" name="Google Shape;2143;p3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144" name="Google Shape;2144;p33"/>
          <p:cNvGrpSpPr/>
          <p:nvPr/>
        </p:nvGrpSpPr>
        <p:grpSpPr>
          <a:xfrm>
            <a:off x="6607154" y="4893124"/>
            <a:ext cx="1005035" cy="934239"/>
            <a:chOff x="630314" y="1580827"/>
            <a:chExt cx="4833184" cy="4489266"/>
          </a:xfrm>
        </p:grpSpPr>
        <p:sp>
          <p:nvSpPr>
            <p:cNvPr id="2145" name="Google Shape;2145;p3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146" name="Google Shape;2146;p3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147" name="Google Shape;2147;p33"/>
            <p:cNvGrpSpPr/>
            <p:nvPr/>
          </p:nvGrpSpPr>
          <p:grpSpPr>
            <a:xfrm>
              <a:off x="630314" y="1643269"/>
              <a:ext cx="4833184" cy="4426824"/>
              <a:chOff x="2901073" y="1621694"/>
              <a:chExt cx="4833184" cy="4426824"/>
            </a:xfrm>
          </p:grpSpPr>
          <p:sp>
            <p:nvSpPr>
              <p:cNvPr id="2148" name="Google Shape;2148;p3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49" name="Google Shape;2149;p3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150" name="Google Shape;2150;p3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1" name="Google Shape;2151;p3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2" name="Google Shape;2152;p3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3" name="Google Shape;2153;p3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4" name="Google Shape;2154;p3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5" name="Google Shape;2155;p3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6" name="Google Shape;2156;p3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7" name="Google Shape;2157;p3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8" name="Google Shape;2158;p3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9" name="Google Shape;2159;p3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0" name="Google Shape;2160;p3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1" name="Google Shape;2161;p3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2" name="Google Shape;2162;p3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3" name="Google Shape;2163;p3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4" name="Google Shape;2164;p3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5" name="Google Shape;2165;p3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6" name="Google Shape;2166;p3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67" name="Google Shape;2167;p3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68" name="Google Shape;2168;p3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69" name="Google Shape;2169;p3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0" name="Google Shape;2170;p3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1" name="Google Shape;2171;p3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2" name="Google Shape;2172;p3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3" name="Google Shape;2173;p3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4" name="Google Shape;2174;p3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5" name="Google Shape;2175;p3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6" name="Google Shape;2176;p3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7" name="Google Shape;2177;p3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8" name="Google Shape;2178;p3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79" name="Google Shape;2179;p3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80" name="Google Shape;2180;p3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81" name="Google Shape;2181;p3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82" name="Google Shape;2182;p3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3" name="Google Shape;2183;p3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4" name="Google Shape;2184;p3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5" name="Google Shape;2185;p3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6" name="Google Shape;2186;p3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7" name="Google Shape;2187;p3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8" name="Google Shape;2188;p3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9" name="Google Shape;2189;p3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0" name="Google Shape;2190;p3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1" name="Google Shape;2191;p3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2" name="Google Shape;2192;p3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3" name="Google Shape;2193;p3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4" name="Google Shape;2194;p3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5" name="Google Shape;2195;p3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6" name="Google Shape;2196;p3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7" name="Google Shape;2197;p3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8" name="Google Shape;2198;p3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9" name="Google Shape;2199;p3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0" name="Google Shape;2200;p3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1" name="Google Shape;2201;p3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2" name="Google Shape;2202;p3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3" name="Google Shape;2203;p3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04" name="Google Shape;2204;p33"/>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05" name="Google Shape;2205;p33"/>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206" name="Google Shape;2206;p33"/>
          <p:cNvGrpSpPr/>
          <p:nvPr/>
        </p:nvGrpSpPr>
        <p:grpSpPr>
          <a:xfrm>
            <a:off x="758922" y="1546566"/>
            <a:ext cx="4246537" cy="4246538"/>
            <a:chOff x="630314" y="1580827"/>
            <a:chExt cx="4833184" cy="4489266"/>
          </a:xfrm>
        </p:grpSpPr>
        <p:sp>
          <p:nvSpPr>
            <p:cNvPr id="2207" name="Google Shape;2207;p3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08" name="Google Shape;2208;p3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209" name="Google Shape;2209;p33"/>
            <p:cNvGrpSpPr/>
            <p:nvPr/>
          </p:nvGrpSpPr>
          <p:grpSpPr>
            <a:xfrm>
              <a:off x="630314" y="1643269"/>
              <a:ext cx="4833184" cy="4426824"/>
              <a:chOff x="2901073" y="1621694"/>
              <a:chExt cx="4833184" cy="4426824"/>
            </a:xfrm>
          </p:grpSpPr>
          <p:sp>
            <p:nvSpPr>
              <p:cNvPr id="2210" name="Google Shape;2210;p3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11" name="Google Shape;2211;p3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12" name="Google Shape;2212;p3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3" name="Google Shape;2213;p3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4" name="Google Shape;2214;p3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5" name="Google Shape;2215;p3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6" name="Google Shape;2216;p3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7" name="Google Shape;2217;p3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8" name="Google Shape;2218;p3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9" name="Google Shape;2219;p3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0" name="Google Shape;2220;p3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1" name="Google Shape;2221;p3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2" name="Google Shape;2222;p3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3" name="Google Shape;2223;p3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4" name="Google Shape;2224;p3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5" name="Google Shape;2225;p3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6" name="Google Shape;2226;p3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7" name="Google Shape;2227;p3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8" name="Google Shape;2228;p3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29" name="Google Shape;2229;p3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0" name="Google Shape;2230;p3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1" name="Google Shape;2231;p3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2" name="Google Shape;2232;p3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3" name="Google Shape;2233;p3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4" name="Google Shape;2234;p3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5" name="Google Shape;2235;p3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6" name="Google Shape;2236;p3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7" name="Google Shape;2237;p3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8" name="Google Shape;2238;p3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39" name="Google Shape;2239;p3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0" name="Google Shape;2240;p3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1" name="Google Shape;2241;p3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2" name="Google Shape;2242;p3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3" name="Google Shape;2243;p3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4" name="Google Shape;2244;p3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5" name="Google Shape;2245;p3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6" name="Google Shape;2246;p3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7" name="Google Shape;2247;p3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8" name="Google Shape;2248;p3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9" name="Google Shape;2249;p3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0" name="Google Shape;2250;p3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1" name="Google Shape;2251;p3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2" name="Google Shape;2252;p3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3" name="Google Shape;2253;p3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4" name="Google Shape;2254;p3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5" name="Google Shape;2255;p3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6" name="Google Shape;2256;p3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7" name="Google Shape;2257;p3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8" name="Google Shape;2258;p3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9" name="Google Shape;2259;p3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0" name="Google Shape;2260;p3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1" name="Google Shape;2261;p3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2" name="Google Shape;2262;p3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3" name="Google Shape;2263;p3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4" name="Google Shape;2264;p3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5" name="Google Shape;2265;p3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9"/>
        <p:cNvGrpSpPr/>
        <p:nvPr/>
      </p:nvGrpSpPr>
      <p:grpSpPr>
        <a:xfrm>
          <a:off x="0" y="0"/>
          <a:ext cx="0" cy="0"/>
          <a:chOff x="0" y="0"/>
          <a:chExt cx="0" cy="0"/>
        </a:xfrm>
      </p:grpSpPr>
      <p:sp>
        <p:nvSpPr>
          <p:cNvPr id="2270" name="Google Shape;2270;p34"/>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cxnSp>
        <p:nvCxnSpPr>
          <p:cNvPr id="2271" name="Google Shape;2271;p34"/>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cxnSp>
        <p:nvCxnSpPr>
          <p:cNvPr id="2272" name="Google Shape;2272;p34"/>
          <p:cNvCxnSpPr/>
          <p:nvPr/>
        </p:nvCxnSpPr>
        <p:spPr>
          <a:xfrm>
            <a:off x="2962232" y="4328336"/>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2273" name="Google Shape;2273;p34"/>
          <p:cNvCxnSpPr/>
          <p:nvPr/>
        </p:nvCxnSpPr>
        <p:spPr>
          <a:xfrm>
            <a:off x="2962232" y="3079854"/>
            <a:ext cx="3482160" cy="0"/>
          </a:xfrm>
          <a:prstGeom prst="straightConnector1">
            <a:avLst/>
          </a:prstGeom>
          <a:noFill/>
          <a:ln w="38100" cap="flat" cmpd="sng">
            <a:solidFill>
              <a:schemeClr val="accent3"/>
            </a:solidFill>
            <a:prstDash val="solid"/>
            <a:miter lim="800000"/>
            <a:headEnd type="none" w="sm" len="sm"/>
            <a:tailEnd type="none" w="sm" len="sm"/>
          </a:ln>
        </p:spPr>
      </p:cxnSp>
      <p:sp>
        <p:nvSpPr>
          <p:cNvPr id="2274" name="Google Shape;2274;p34"/>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75" name="Google Shape;2275;p34"/>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2276" name="Google Shape;2276;p34"/>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77" name="Google Shape;2277;p34"/>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sp>
        <p:nvSpPr>
          <p:cNvPr id="2278" name="Google Shape;2278;p34"/>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79" name="Google Shape;2279;p34"/>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2280" name="Google Shape;2280;p34"/>
          <p:cNvGrpSpPr/>
          <p:nvPr/>
        </p:nvGrpSpPr>
        <p:grpSpPr>
          <a:xfrm>
            <a:off x="5906476" y="2608004"/>
            <a:ext cx="1005035" cy="934239"/>
            <a:chOff x="630314" y="1580827"/>
            <a:chExt cx="4833184" cy="4489266"/>
          </a:xfrm>
        </p:grpSpPr>
        <p:sp>
          <p:nvSpPr>
            <p:cNvPr id="2281" name="Google Shape;2281;p3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82" name="Google Shape;2282;p3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283" name="Google Shape;2283;p34"/>
            <p:cNvGrpSpPr/>
            <p:nvPr/>
          </p:nvGrpSpPr>
          <p:grpSpPr>
            <a:xfrm>
              <a:off x="630314" y="1643269"/>
              <a:ext cx="4833184" cy="4426824"/>
              <a:chOff x="2901073" y="1621694"/>
              <a:chExt cx="4833184" cy="4426824"/>
            </a:xfrm>
          </p:grpSpPr>
          <p:sp>
            <p:nvSpPr>
              <p:cNvPr id="2284" name="Google Shape;2284;p3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85" name="Google Shape;2285;p3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86" name="Google Shape;2286;p3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7" name="Google Shape;2287;p3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8" name="Google Shape;2288;p3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9" name="Google Shape;2289;p3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0" name="Google Shape;2290;p3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1" name="Google Shape;2291;p3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2" name="Google Shape;2292;p3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3" name="Google Shape;2293;p3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4" name="Google Shape;2294;p3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5" name="Google Shape;2295;p3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6" name="Google Shape;2296;p3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7" name="Google Shape;2297;p3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8" name="Google Shape;2298;p3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9" name="Google Shape;2299;p3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0" name="Google Shape;2300;p3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1" name="Google Shape;2301;p3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2" name="Google Shape;2302;p3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3" name="Google Shape;2303;p3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4" name="Google Shape;2304;p3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5" name="Google Shape;2305;p3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6" name="Google Shape;2306;p3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7" name="Google Shape;2307;p3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8" name="Google Shape;2308;p3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09" name="Google Shape;2309;p3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0" name="Google Shape;2310;p3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1" name="Google Shape;2311;p3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2" name="Google Shape;2312;p3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3" name="Google Shape;2313;p3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4" name="Google Shape;2314;p3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5" name="Google Shape;2315;p3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6" name="Google Shape;2316;p3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7" name="Google Shape;2317;p3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18" name="Google Shape;2318;p3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9" name="Google Shape;2319;p3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0" name="Google Shape;2320;p3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1" name="Google Shape;2321;p3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2" name="Google Shape;2322;p3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3" name="Google Shape;2323;p3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4" name="Google Shape;2324;p3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5" name="Google Shape;2325;p3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6" name="Google Shape;2326;p3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7" name="Google Shape;2327;p3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8" name="Google Shape;2328;p3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9" name="Google Shape;2329;p3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0" name="Google Shape;2330;p3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1" name="Google Shape;2331;p3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2" name="Google Shape;2332;p3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3" name="Google Shape;2333;p3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4" name="Google Shape;2334;p3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5" name="Google Shape;2335;p3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6" name="Google Shape;2336;p3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7" name="Google Shape;2337;p3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8" name="Google Shape;2338;p3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9" name="Google Shape;2339;p3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340" name="Google Shape;2340;p34"/>
          <p:cNvGrpSpPr/>
          <p:nvPr/>
        </p:nvGrpSpPr>
        <p:grpSpPr>
          <a:xfrm>
            <a:off x="5906476" y="3846582"/>
            <a:ext cx="1005035" cy="934239"/>
            <a:chOff x="630314" y="1580827"/>
            <a:chExt cx="4833184" cy="4489266"/>
          </a:xfrm>
        </p:grpSpPr>
        <p:sp>
          <p:nvSpPr>
            <p:cNvPr id="2341" name="Google Shape;2341;p3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342" name="Google Shape;2342;p3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343" name="Google Shape;2343;p34"/>
            <p:cNvGrpSpPr/>
            <p:nvPr/>
          </p:nvGrpSpPr>
          <p:grpSpPr>
            <a:xfrm>
              <a:off x="630314" y="1643269"/>
              <a:ext cx="4833184" cy="4426824"/>
              <a:chOff x="2901073" y="1621694"/>
              <a:chExt cx="4833184" cy="4426824"/>
            </a:xfrm>
          </p:grpSpPr>
          <p:sp>
            <p:nvSpPr>
              <p:cNvPr id="2344" name="Google Shape;2344;p3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45" name="Google Shape;2345;p3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46" name="Google Shape;2346;p3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7" name="Google Shape;2347;p3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8" name="Google Shape;2348;p3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9" name="Google Shape;2349;p3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0" name="Google Shape;2350;p3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1" name="Google Shape;2351;p3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2" name="Google Shape;2352;p3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3" name="Google Shape;2353;p3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4" name="Google Shape;2354;p3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5" name="Google Shape;2355;p3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6" name="Google Shape;2356;p3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7" name="Google Shape;2357;p3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8" name="Google Shape;2358;p3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9" name="Google Shape;2359;p3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0" name="Google Shape;2360;p3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1" name="Google Shape;2361;p3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2" name="Google Shape;2362;p3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3" name="Google Shape;2363;p3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4" name="Google Shape;2364;p3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5" name="Google Shape;2365;p3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6" name="Google Shape;2366;p3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7" name="Google Shape;2367;p3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8" name="Google Shape;2368;p3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69" name="Google Shape;2369;p3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0" name="Google Shape;2370;p3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1" name="Google Shape;2371;p3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2" name="Google Shape;2372;p3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3" name="Google Shape;2373;p3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4" name="Google Shape;2374;p3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5" name="Google Shape;2375;p3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6" name="Google Shape;2376;p3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7" name="Google Shape;2377;p3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78" name="Google Shape;2378;p3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9" name="Google Shape;2379;p3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0" name="Google Shape;2380;p3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1" name="Google Shape;2381;p3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2" name="Google Shape;2382;p3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3" name="Google Shape;2383;p3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4" name="Google Shape;2384;p3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5" name="Google Shape;2385;p3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6" name="Google Shape;2386;p3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7" name="Google Shape;2387;p3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8" name="Google Shape;2388;p3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9" name="Google Shape;2389;p3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0" name="Google Shape;2390;p3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1" name="Google Shape;2391;p3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2" name="Google Shape;2392;p3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3" name="Google Shape;2393;p3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4" name="Google Shape;2394;p3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5" name="Google Shape;2395;p3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6" name="Google Shape;2396;p3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7" name="Google Shape;2397;p3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8" name="Google Shape;2398;p3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9" name="Google Shape;2399;p3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400" name="Google Shape;2400;p34"/>
          <p:cNvGrpSpPr/>
          <p:nvPr/>
        </p:nvGrpSpPr>
        <p:grpSpPr>
          <a:xfrm>
            <a:off x="6607154" y="4893124"/>
            <a:ext cx="1005035" cy="934239"/>
            <a:chOff x="630314" y="1580827"/>
            <a:chExt cx="4833184" cy="4489266"/>
          </a:xfrm>
        </p:grpSpPr>
        <p:sp>
          <p:nvSpPr>
            <p:cNvPr id="2401" name="Google Shape;2401;p3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02" name="Google Shape;2402;p3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403" name="Google Shape;2403;p34"/>
            <p:cNvGrpSpPr/>
            <p:nvPr/>
          </p:nvGrpSpPr>
          <p:grpSpPr>
            <a:xfrm>
              <a:off x="630314" y="1643269"/>
              <a:ext cx="4833184" cy="4426824"/>
              <a:chOff x="2901073" y="1621694"/>
              <a:chExt cx="4833184" cy="4426824"/>
            </a:xfrm>
          </p:grpSpPr>
          <p:sp>
            <p:nvSpPr>
              <p:cNvPr id="2404" name="Google Shape;2404;p3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05" name="Google Shape;2405;p3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406" name="Google Shape;2406;p3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7" name="Google Shape;2407;p3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8" name="Google Shape;2408;p3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9" name="Google Shape;2409;p3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0" name="Google Shape;2410;p3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1" name="Google Shape;2411;p3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2" name="Google Shape;2412;p3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3" name="Google Shape;2413;p3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4" name="Google Shape;2414;p3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5" name="Google Shape;2415;p3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6" name="Google Shape;2416;p3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7" name="Google Shape;2417;p3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8" name="Google Shape;2418;p3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9" name="Google Shape;2419;p3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0" name="Google Shape;2420;p3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1" name="Google Shape;2421;p3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2" name="Google Shape;2422;p3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3" name="Google Shape;2423;p3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4" name="Google Shape;2424;p3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5" name="Google Shape;2425;p3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6" name="Google Shape;2426;p3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7" name="Google Shape;2427;p3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8" name="Google Shape;2428;p3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29" name="Google Shape;2429;p3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0" name="Google Shape;2430;p3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1" name="Google Shape;2431;p3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2" name="Google Shape;2432;p3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3" name="Google Shape;2433;p3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4" name="Google Shape;2434;p3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5" name="Google Shape;2435;p3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6" name="Google Shape;2436;p3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7" name="Google Shape;2437;p3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8" name="Google Shape;2438;p3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9" name="Google Shape;2439;p3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0" name="Google Shape;2440;p3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1" name="Google Shape;2441;p3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2" name="Google Shape;2442;p3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3" name="Google Shape;2443;p3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4" name="Google Shape;2444;p3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5" name="Google Shape;2445;p3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6" name="Google Shape;2446;p3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7" name="Google Shape;2447;p3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8" name="Google Shape;2448;p3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9" name="Google Shape;2449;p3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0" name="Google Shape;2450;p3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1" name="Google Shape;2451;p3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2" name="Google Shape;2452;p3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3" name="Google Shape;2453;p3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4" name="Google Shape;2454;p3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5" name="Google Shape;2455;p3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6" name="Google Shape;2456;p3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7" name="Google Shape;2457;p3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8" name="Google Shape;2458;p3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9" name="Google Shape;2459;p3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460" name="Google Shape;2460;p34"/>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61" name="Google Shape;2461;p34"/>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462" name="Google Shape;2462;p34"/>
          <p:cNvGrpSpPr/>
          <p:nvPr/>
        </p:nvGrpSpPr>
        <p:grpSpPr>
          <a:xfrm>
            <a:off x="758922" y="1546566"/>
            <a:ext cx="4246537" cy="4246538"/>
            <a:chOff x="630314" y="1580827"/>
            <a:chExt cx="4833184" cy="4489266"/>
          </a:xfrm>
        </p:grpSpPr>
        <p:sp>
          <p:nvSpPr>
            <p:cNvPr id="2463" name="Google Shape;2463;p3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64" name="Google Shape;2464;p3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465" name="Google Shape;2465;p34"/>
            <p:cNvGrpSpPr/>
            <p:nvPr/>
          </p:nvGrpSpPr>
          <p:grpSpPr>
            <a:xfrm>
              <a:off x="630314" y="1643269"/>
              <a:ext cx="4833184" cy="4426824"/>
              <a:chOff x="2901073" y="1621694"/>
              <a:chExt cx="4833184" cy="4426824"/>
            </a:xfrm>
          </p:grpSpPr>
          <p:sp>
            <p:nvSpPr>
              <p:cNvPr id="2466" name="Google Shape;2466;p3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67" name="Google Shape;2467;p3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468" name="Google Shape;2468;p3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9" name="Google Shape;2469;p3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0" name="Google Shape;2470;p3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1" name="Google Shape;2471;p3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2" name="Google Shape;2472;p3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3" name="Google Shape;2473;p3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4" name="Google Shape;2474;p3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5" name="Google Shape;2475;p3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6" name="Google Shape;2476;p3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7" name="Google Shape;2477;p3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8" name="Google Shape;2478;p3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9" name="Google Shape;2479;p3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0" name="Google Shape;2480;p3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1" name="Google Shape;2481;p3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2" name="Google Shape;2482;p3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3" name="Google Shape;2483;p3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4" name="Google Shape;2484;p3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5" name="Google Shape;2485;p3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6" name="Google Shape;2486;p3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7" name="Google Shape;2487;p3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8" name="Google Shape;2488;p3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9" name="Google Shape;2489;p3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0" name="Google Shape;2490;p3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1" name="Google Shape;2491;p3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2" name="Google Shape;2492;p3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3" name="Google Shape;2493;p3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4" name="Google Shape;2494;p3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5" name="Google Shape;2495;p3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6" name="Google Shape;2496;p3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7" name="Google Shape;2497;p3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8" name="Google Shape;2498;p3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99" name="Google Shape;2499;p3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00" name="Google Shape;2500;p3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1" name="Google Shape;2501;p3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2" name="Google Shape;2502;p3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3" name="Google Shape;2503;p3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4" name="Google Shape;2504;p3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5" name="Google Shape;2505;p3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6" name="Google Shape;2506;p3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7" name="Google Shape;2507;p3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8" name="Google Shape;2508;p3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9" name="Google Shape;2509;p3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0" name="Google Shape;2510;p3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1" name="Google Shape;2511;p3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2" name="Google Shape;2512;p3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3" name="Google Shape;2513;p3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4" name="Google Shape;2514;p3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5" name="Google Shape;2515;p3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6" name="Google Shape;2516;p3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7" name="Google Shape;2517;p3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8" name="Google Shape;2518;p3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9" name="Google Shape;2519;p3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0" name="Google Shape;2520;p3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1" name="Google Shape;2521;p3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522" name="Google Shape;2522;p34"/>
          <p:cNvSpPr/>
          <p:nvPr/>
        </p:nvSpPr>
        <p:spPr>
          <a:xfrm rot="7849590">
            <a:off x="1063590" y="1883030"/>
            <a:ext cx="1915514" cy="2135806"/>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6"/>
        <p:cNvGrpSpPr/>
        <p:nvPr/>
      </p:nvGrpSpPr>
      <p:grpSpPr>
        <a:xfrm>
          <a:off x="0" y="0"/>
          <a:ext cx="0" cy="0"/>
          <a:chOff x="0" y="0"/>
          <a:chExt cx="0" cy="0"/>
        </a:xfrm>
      </p:grpSpPr>
      <p:grpSp>
        <p:nvGrpSpPr>
          <p:cNvPr id="2527" name="Google Shape;2527;p35"/>
          <p:cNvGrpSpPr/>
          <p:nvPr/>
        </p:nvGrpSpPr>
        <p:grpSpPr>
          <a:xfrm>
            <a:off x="10715" y="2468166"/>
            <a:ext cx="3202781" cy="1921668"/>
            <a:chOff x="10715" y="1748499"/>
            <a:chExt cx="3202781" cy="1921668"/>
          </a:xfrm>
        </p:grpSpPr>
        <p:sp>
          <p:nvSpPr>
            <p:cNvPr id="2528" name="Google Shape;2528;p35"/>
            <p:cNvSpPr/>
            <p:nvPr/>
          </p:nvSpPr>
          <p:spPr>
            <a:xfrm>
              <a:off x="10715" y="1748499"/>
              <a:ext cx="3202781" cy="192166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5"/>
            <p:cNvSpPr txBox="1"/>
            <p:nvPr/>
          </p:nvSpPr>
          <p:spPr>
            <a:xfrm>
              <a:off x="66999" y="1804783"/>
              <a:ext cx="3090213" cy="1809100"/>
            </a:xfrm>
            <a:prstGeom prst="rect">
              <a:avLst/>
            </a:prstGeom>
            <a:noFill/>
            <a:ln>
              <a:noFill/>
            </a:ln>
          </p:spPr>
          <p:txBody>
            <a:bodyPr spcFirstLastPara="1" wrap="square" lIns="186675" tIns="186675" rIns="186675" bIns="186675" anchor="ctr" anchorCtr="0">
              <a:noAutofit/>
            </a:bodyPr>
            <a:lstStyle/>
            <a:p>
              <a:pPr marL="0" marR="0" lvl="0" indent="0" algn="ctr" rtl="0">
                <a:lnSpc>
                  <a:spcPct val="90000"/>
                </a:lnSpc>
                <a:spcBef>
                  <a:spcPts val="0"/>
                </a:spcBef>
                <a:spcAft>
                  <a:spcPts val="0"/>
                </a:spcAft>
                <a:buNone/>
              </a:pPr>
              <a:r>
                <a:rPr lang="en-US" sz="4900">
                  <a:solidFill>
                    <a:schemeClr val="lt1"/>
                  </a:solidFill>
                  <a:latin typeface="Calibri"/>
                  <a:ea typeface="Calibri"/>
                  <a:cs typeface="Calibri"/>
                  <a:sym typeface="Calibri"/>
                </a:rPr>
                <a:t>TO DO</a:t>
              </a:r>
              <a:endParaRPr/>
            </a:p>
          </p:txBody>
        </p:sp>
      </p:grpSp>
      <p:grpSp>
        <p:nvGrpSpPr>
          <p:cNvPr id="2530" name="Google Shape;2530;p35"/>
          <p:cNvGrpSpPr/>
          <p:nvPr/>
        </p:nvGrpSpPr>
        <p:grpSpPr>
          <a:xfrm>
            <a:off x="3533775" y="3031855"/>
            <a:ext cx="678989" cy="794289"/>
            <a:chOff x="3533775" y="2312188"/>
            <a:chExt cx="678989" cy="794289"/>
          </a:xfrm>
        </p:grpSpPr>
        <p:sp>
          <p:nvSpPr>
            <p:cNvPr id="2531" name="Google Shape;2531;p35"/>
            <p:cNvSpPr/>
            <p:nvPr/>
          </p:nvSpPr>
          <p:spPr>
            <a:xfrm>
              <a:off x="3533775" y="2312188"/>
              <a:ext cx="678989" cy="794289"/>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5"/>
            <p:cNvSpPr txBox="1"/>
            <p:nvPr/>
          </p:nvSpPr>
          <p:spPr>
            <a:xfrm>
              <a:off x="3533775" y="2471046"/>
              <a:ext cx="475292" cy="47657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3400">
                <a:solidFill>
                  <a:schemeClr val="lt1"/>
                </a:solidFill>
                <a:latin typeface="Calibri"/>
                <a:ea typeface="Calibri"/>
                <a:cs typeface="Calibri"/>
                <a:sym typeface="Calibri"/>
              </a:endParaRPr>
            </a:p>
          </p:txBody>
        </p:sp>
      </p:grpSp>
      <p:grpSp>
        <p:nvGrpSpPr>
          <p:cNvPr id="2533" name="Google Shape;2533;p35"/>
          <p:cNvGrpSpPr/>
          <p:nvPr/>
        </p:nvGrpSpPr>
        <p:grpSpPr>
          <a:xfrm>
            <a:off x="4494609" y="2468166"/>
            <a:ext cx="3202781" cy="1921668"/>
            <a:chOff x="4494609" y="1748499"/>
            <a:chExt cx="3202781" cy="1921668"/>
          </a:xfrm>
        </p:grpSpPr>
        <p:sp>
          <p:nvSpPr>
            <p:cNvPr id="2534" name="Google Shape;2534;p35"/>
            <p:cNvSpPr/>
            <p:nvPr/>
          </p:nvSpPr>
          <p:spPr>
            <a:xfrm>
              <a:off x="4494609" y="1748499"/>
              <a:ext cx="3202781" cy="192166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35"/>
            <p:cNvSpPr txBox="1"/>
            <p:nvPr/>
          </p:nvSpPr>
          <p:spPr>
            <a:xfrm>
              <a:off x="4550893" y="1804783"/>
              <a:ext cx="3090213" cy="1809100"/>
            </a:xfrm>
            <a:prstGeom prst="rect">
              <a:avLst/>
            </a:prstGeom>
            <a:noFill/>
            <a:ln>
              <a:noFill/>
            </a:ln>
          </p:spPr>
          <p:txBody>
            <a:bodyPr spcFirstLastPara="1" wrap="square" lIns="186675" tIns="186675" rIns="186675" bIns="186675" anchor="ctr" anchorCtr="0">
              <a:noAutofit/>
            </a:bodyPr>
            <a:lstStyle/>
            <a:p>
              <a:pPr marL="0" marR="0" lvl="0" indent="0" algn="ctr" rtl="0">
                <a:lnSpc>
                  <a:spcPct val="90000"/>
                </a:lnSpc>
                <a:spcBef>
                  <a:spcPts val="0"/>
                </a:spcBef>
                <a:spcAft>
                  <a:spcPts val="0"/>
                </a:spcAft>
                <a:buNone/>
              </a:pPr>
              <a:r>
                <a:rPr lang="en-US" sz="4900">
                  <a:solidFill>
                    <a:schemeClr val="dk1"/>
                  </a:solidFill>
                  <a:latin typeface="Calibri"/>
                  <a:ea typeface="Calibri"/>
                  <a:cs typeface="Calibri"/>
                  <a:sym typeface="Calibri"/>
                </a:rPr>
                <a:t>IN PROGRESS</a:t>
              </a:r>
              <a:endParaRPr/>
            </a:p>
          </p:txBody>
        </p:sp>
      </p:grpSp>
      <p:grpSp>
        <p:nvGrpSpPr>
          <p:cNvPr id="2536" name="Google Shape;2536;p35"/>
          <p:cNvGrpSpPr/>
          <p:nvPr/>
        </p:nvGrpSpPr>
        <p:grpSpPr>
          <a:xfrm>
            <a:off x="8017668" y="3031855"/>
            <a:ext cx="678989" cy="794289"/>
            <a:chOff x="8017668" y="2312188"/>
            <a:chExt cx="678989" cy="794289"/>
          </a:xfrm>
        </p:grpSpPr>
        <p:sp>
          <p:nvSpPr>
            <p:cNvPr id="2537" name="Google Shape;2537;p35"/>
            <p:cNvSpPr/>
            <p:nvPr/>
          </p:nvSpPr>
          <p:spPr>
            <a:xfrm>
              <a:off x="8017668" y="2312188"/>
              <a:ext cx="678989" cy="794289"/>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5"/>
            <p:cNvSpPr txBox="1"/>
            <p:nvPr/>
          </p:nvSpPr>
          <p:spPr>
            <a:xfrm>
              <a:off x="8017668" y="2471046"/>
              <a:ext cx="475292" cy="47657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3400">
                <a:solidFill>
                  <a:schemeClr val="lt1"/>
                </a:solidFill>
                <a:latin typeface="Calibri"/>
                <a:ea typeface="Calibri"/>
                <a:cs typeface="Calibri"/>
                <a:sym typeface="Calibri"/>
              </a:endParaRPr>
            </a:p>
          </p:txBody>
        </p:sp>
      </p:grpSp>
      <p:grpSp>
        <p:nvGrpSpPr>
          <p:cNvPr id="2539" name="Google Shape;2539;p35"/>
          <p:cNvGrpSpPr/>
          <p:nvPr/>
        </p:nvGrpSpPr>
        <p:grpSpPr>
          <a:xfrm>
            <a:off x="8978503" y="2468166"/>
            <a:ext cx="3202781" cy="1921668"/>
            <a:chOff x="8978503" y="1748499"/>
            <a:chExt cx="3202781" cy="1921668"/>
          </a:xfrm>
        </p:grpSpPr>
        <p:sp>
          <p:nvSpPr>
            <p:cNvPr id="2540" name="Google Shape;2540;p35"/>
            <p:cNvSpPr/>
            <p:nvPr/>
          </p:nvSpPr>
          <p:spPr>
            <a:xfrm>
              <a:off x="8978503" y="1748499"/>
              <a:ext cx="3202781" cy="192166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35"/>
            <p:cNvSpPr txBox="1"/>
            <p:nvPr/>
          </p:nvSpPr>
          <p:spPr>
            <a:xfrm>
              <a:off x="9034787" y="1804783"/>
              <a:ext cx="3090213" cy="1809100"/>
            </a:xfrm>
            <a:prstGeom prst="rect">
              <a:avLst/>
            </a:prstGeom>
            <a:noFill/>
            <a:ln>
              <a:noFill/>
            </a:ln>
          </p:spPr>
          <p:txBody>
            <a:bodyPr spcFirstLastPara="1" wrap="square" lIns="186675" tIns="186675" rIns="186675" bIns="186675" anchor="ctr" anchorCtr="0">
              <a:noAutofit/>
            </a:bodyPr>
            <a:lstStyle/>
            <a:p>
              <a:pPr marL="0" marR="0" lvl="0" indent="0" algn="ctr" rtl="0">
                <a:lnSpc>
                  <a:spcPct val="90000"/>
                </a:lnSpc>
                <a:spcBef>
                  <a:spcPts val="0"/>
                </a:spcBef>
                <a:spcAft>
                  <a:spcPts val="0"/>
                </a:spcAft>
                <a:buNone/>
              </a:pPr>
              <a:r>
                <a:rPr lang="en-US" sz="4900">
                  <a:solidFill>
                    <a:schemeClr val="lt1"/>
                  </a:solidFill>
                  <a:latin typeface="Calibri"/>
                  <a:ea typeface="Calibri"/>
                  <a:cs typeface="Calibri"/>
                  <a:sym typeface="Calibri"/>
                </a:rPr>
                <a:t>DONE</a:t>
              </a:r>
              <a:endParaRPr/>
            </a:p>
          </p:txBody>
        </p:sp>
      </p:grpSp>
      <p:sp>
        <p:nvSpPr>
          <p:cNvPr id="2542" name="Google Shape;2542;p35"/>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are JIRA and Confluence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46"/>
        <p:cNvGrpSpPr/>
        <p:nvPr/>
      </p:nvGrpSpPr>
      <p:grpSpPr>
        <a:xfrm>
          <a:off x="0" y="0"/>
          <a:ext cx="0" cy="0"/>
          <a:chOff x="0" y="0"/>
          <a:chExt cx="0" cy="0"/>
        </a:xfrm>
      </p:grpSpPr>
      <p:grpSp>
        <p:nvGrpSpPr>
          <p:cNvPr id="2547" name="Google Shape;2547;p36"/>
          <p:cNvGrpSpPr/>
          <p:nvPr/>
        </p:nvGrpSpPr>
        <p:grpSpPr>
          <a:xfrm>
            <a:off x="120909" y="1522516"/>
            <a:ext cx="11996474" cy="3489193"/>
            <a:chOff x="120909" y="1065316"/>
            <a:chExt cx="11996474" cy="3489193"/>
          </a:xfrm>
        </p:grpSpPr>
        <p:sp>
          <p:nvSpPr>
            <p:cNvPr id="2548" name="Google Shape;2548;p36"/>
            <p:cNvSpPr/>
            <p:nvPr/>
          </p:nvSpPr>
          <p:spPr>
            <a:xfrm>
              <a:off x="120909" y="1469223"/>
              <a:ext cx="1675001" cy="2761539"/>
            </a:xfrm>
            <a:prstGeom prst="roundRect">
              <a:avLst>
                <a:gd name="adj" fmla="val 10000"/>
              </a:avLst>
            </a:prstGeom>
            <a:solidFill>
              <a:srgbClr val="3B536B">
                <a:alpha val="1882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36"/>
            <p:cNvSpPr txBox="1"/>
            <p:nvPr/>
          </p:nvSpPr>
          <p:spPr>
            <a:xfrm>
              <a:off x="169968" y="1518282"/>
              <a:ext cx="1576883" cy="2663421"/>
            </a:xfrm>
            <a:prstGeom prst="rect">
              <a:avLst/>
            </a:prstGeom>
            <a:noFill/>
            <a:ln>
              <a:noFill/>
            </a:ln>
          </p:spPr>
          <p:txBody>
            <a:bodyPr spcFirstLastPara="1" wrap="square" lIns="140950" tIns="140950" rIns="140950" bIns="140950" anchor="t" anchorCtr="0">
              <a:noAutofit/>
            </a:bodyPr>
            <a:lstStyle/>
            <a:p>
              <a:pPr marL="0" marR="0" lvl="0" indent="0" algn="ctr" rtl="0">
                <a:lnSpc>
                  <a:spcPct val="90000"/>
                </a:lnSpc>
                <a:spcBef>
                  <a:spcPts val="0"/>
                </a:spcBef>
                <a:spcAft>
                  <a:spcPts val="0"/>
                </a:spcAft>
                <a:buNone/>
              </a:pPr>
              <a:r>
                <a:rPr lang="en-US" sz="3700">
                  <a:solidFill>
                    <a:schemeClr val="dk1"/>
                  </a:solidFill>
                  <a:latin typeface="Calibri"/>
                  <a:ea typeface="Calibri"/>
                  <a:cs typeface="Calibri"/>
                  <a:sym typeface="Calibri"/>
                </a:rPr>
                <a:t>TO DO</a:t>
              </a:r>
              <a:endParaRPr/>
            </a:p>
          </p:txBody>
        </p:sp>
        <p:sp>
          <p:nvSpPr>
            <p:cNvPr id="2550" name="Google Shape;2550;p36"/>
            <p:cNvSpPr/>
            <p:nvPr/>
          </p:nvSpPr>
          <p:spPr>
            <a:xfrm rot="-26819">
              <a:off x="1916187" y="2643692"/>
              <a:ext cx="255001" cy="39566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36"/>
            <p:cNvSpPr txBox="1"/>
            <p:nvPr/>
          </p:nvSpPr>
          <p:spPr>
            <a:xfrm rot="-26819">
              <a:off x="1916188" y="2723124"/>
              <a:ext cx="178501" cy="2374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700">
                <a:solidFill>
                  <a:schemeClr val="lt1"/>
                </a:solidFill>
                <a:latin typeface="Calibri"/>
                <a:ea typeface="Calibri"/>
                <a:cs typeface="Calibri"/>
                <a:sym typeface="Calibri"/>
              </a:endParaRPr>
            </a:p>
          </p:txBody>
        </p:sp>
        <p:sp>
          <p:nvSpPr>
            <p:cNvPr id="2552" name="Google Shape;2552;p36"/>
            <p:cNvSpPr/>
            <p:nvPr/>
          </p:nvSpPr>
          <p:spPr>
            <a:xfrm>
              <a:off x="2277031" y="1065316"/>
              <a:ext cx="7637933" cy="3489193"/>
            </a:xfrm>
            <a:prstGeom prst="roundRect">
              <a:avLst>
                <a:gd name="adj" fmla="val 10000"/>
              </a:avLst>
            </a:prstGeom>
            <a:solidFill>
              <a:srgbClr val="FFD351">
                <a:alpha val="1882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36"/>
            <p:cNvSpPr txBox="1"/>
            <p:nvPr/>
          </p:nvSpPr>
          <p:spPr>
            <a:xfrm>
              <a:off x="2379226" y="1167511"/>
              <a:ext cx="7433543" cy="3284803"/>
            </a:xfrm>
            <a:prstGeom prst="rect">
              <a:avLst/>
            </a:prstGeom>
            <a:noFill/>
            <a:ln>
              <a:noFill/>
            </a:ln>
          </p:spPr>
          <p:txBody>
            <a:bodyPr spcFirstLastPara="1" wrap="square" lIns="137150" tIns="137150" rIns="137150" bIns="137150" anchor="t" anchorCtr="0">
              <a:noAutofit/>
            </a:bodyPr>
            <a:lstStyle/>
            <a:p>
              <a:pPr marL="0" marR="0" lvl="0" indent="0" algn="ctr" rtl="0">
                <a:lnSpc>
                  <a:spcPct val="90000"/>
                </a:lnSpc>
                <a:spcBef>
                  <a:spcPts val="0"/>
                </a:spcBef>
                <a:spcAft>
                  <a:spcPts val="0"/>
                </a:spcAft>
                <a:buNone/>
              </a:pPr>
              <a:r>
                <a:rPr lang="en-US" sz="3600">
                  <a:solidFill>
                    <a:schemeClr val="dk1"/>
                  </a:solidFill>
                  <a:latin typeface="Calibri"/>
                  <a:ea typeface="Calibri"/>
                  <a:cs typeface="Calibri"/>
                  <a:sym typeface="Calibri"/>
                </a:rPr>
                <a:t>IN PROGRESS</a:t>
              </a:r>
              <a:endParaRPr/>
            </a:p>
          </p:txBody>
        </p:sp>
        <p:sp>
          <p:nvSpPr>
            <p:cNvPr id="2554" name="Google Shape;2554;p36"/>
            <p:cNvSpPr/>
            <p:nvPr/>
          </p:nvSpPr>
          <p:spPr>
            <a:xfrm rot="4700">
              <a:off x="10066710" y="2617727"/>
              <a:ext cx="321700" cy="39566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6"/>
            <p:cNvSpPr txBox="1"/>
            <p:nvPr/>
          </p:nvSpPr>
          <p:spPr>
            <a:xfrm rot="4700">
              <a:off x="10066710" y="2696795"/>
              <a:ext cx="225190" cy="2374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700">
                <a:solidFill>
                  <a:schemeClr val="lt1"/>
                </a:solidFill>
                <a:latin typeface="Calibri"/>
                <a:ea typeface="Calibri"/>
                <a:cs typeface="Calibri"/>
                <a:sym typeface="Calibri"/>
              </a:endParaRPr>
            </a:p>
          </p:txBody>
        </p:sp>
        <p:sp>
          <p:nvSpPr>
            <p:cNvPr id="2556" name="Google Shape;2556;p36"/>
            <p:cNvSpPr/>
            <p:nvPr/>
          </p:nvSpPr>
          <p:spPr>
            <a:xfrm>
              <a:off x="10521946" y="1469219"/>
              <a:ext cx="1595437" cy="2695670"/>
            </a:xfrm>
            <a:prstGeom prst="roundRect">
              <a:avLst>
                <a:gd name="adj" fmla="val 10000"/>
              </a:avLst>
            </a:prstGeom>
            <a:solidFill>
              <a:srgbClr val="13892B">
                <a:alpha val="18823"/>
              </a:srgbClr>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6"/>
            <p:cNvSpPr txBox="1"/>
            <p:nvPr/>
          </p:nvSpPr>
          <p:spPr>
            <a:xfrm>
              <a:off x="10568675" y="1515948"/>
              <a:ext cx="1501979" cy="2602212"/>
            </a:xfrm>
            <a:prstGeom prst="rect">
              <a:avLst/>
            </a:prstGeom>
            <a:noFill/>
            <a:ln>
              <a:noFill/>
            </a:ln>
          </p:spPr>
          <p:txBody>
            <a:bodyPr spcFirstLastPara="1" wrap="square" lIns="137150" tIns="137150" rIns="137150" bIns="137150" anchor="t" anchorCtr="0">
              <a:noAutofit/>
            </a:bodyPr>
            <a:lstStyle/>
            <a:p>
              <a:pPr marL="0" marR="0" lvl="0" indent="0" algn="ctr" rtl="0">
                <a:lnSpc>
                  <a:spcPct val="90000"/>
                </a:lnSpc>
                <a:spcBef>
                  <a:spcPts val="0"/>
                </a:spcBef>
                <a:spcAft>
                  <a:spcPts val="0"/>
                </a:spcAft>
                <a:buNone/>
              </a:pPr>
              <a:r>
                <a:rPr lang="en-US" sz="3600">
                  <a:solidFill>
                    <a:schemeClr val="dk1"/>
                  </a:solidFill>
                  <a:latin typeface="Calibri"/>
                  <a:ea typeface="Calibri"/>
                  <a:cs typeface="Calibri"/>
                  <a:sym typeface="Calibri"/>
                </a:rPr>
                <a:t>DONE</a:t>
              </a:r>
              <a:endParaRPr/>
            </a:p>
          </p:txBody>
        </p:sp>
      </p:grpSp>
      <p:sp>
        <p:nvSpPr>
          <p:cNvPr id="2558" name="Google Shape;2558;p36"/>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are JIRA and Confluence</a:t>
            </a:r>
            <a:endParaRPr/>
          </a:p>
        </p:txBody>
      </p:sp>
      <p:grpSp>
        <p:nvGrpSpPr>
          <p:cNvPr id="2559" name="Google Shape;2559;p36"/>
          <p:cNvGrpSpPr/>
          <p:nvPr/>
        </p:nvGrpSpPr>
        <p:grpSpPr>
          <a:xfrm>
            <a:off x="127475" y="3273112"/>
            <a:ext cx="11937048" cy="895278"/>
            <a:chOff x="0" y="727498"/>
            <a:chExt cx="11937048" cy="895278"/>
          </a:xfrm>
        </p:grpSpPr>
        <p:sp>
          <p:nvSpPr>
            <p:cNvPr id="2560" name="Google Shape;2560;p36"/>
            <p:cNvSpPr/>
            <p:nvPr/>
          </p:nvSpPr>
          <p:spPr>
            <a:xfrm>
              <a:off x="0" y="727498"/>
              <a:ext cx="1492131" cy="895278"/>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6"/>
            <p:cNvSpPr txBox="1"/>
            <p:nvPr/>
          </p:nvSpPr>
          <p:spPr>
            <a:xfrm>
              <a:off x="2622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ORDER PLACED</a:t>
              </a:r>
              <a:endParaRPr/>
            </a:p>
          </p:txBody>
        </p:sp>
        <p:sp>
          <p:nvSpPr>
            <p:cNvPr id="2562" name="Google Shape;2562;p36"/>
            <p:cNvSpPr/>
            <p:nvPr/>
          </p:nvSpPr>
          <p:spPr>
            <a:xfrm>
              <a:off x="164134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6"/>
            <p:cNvSpPr txBox="1"/>
            <p:nvPr/>
          </p:nvSpPr>
          <p:spPr>
            <a:xfrm>
              <a:off x="164134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2564" name="Google Shape;2564;p36"/>
            <p:cNvSpPr/>
            <p:nvPr/>
          </p:nvSpPr>
          <p:spPr>
            <a:xfrm>
              <a:off x="2088983" y="727498"/>
              <a:ext cx="1492131" cy="895278"/>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6"/>
            <p:cNvSpPr txBox="1"/>
            <p:nvPr/>
          </p:nvSpPr>
          <p:spPr>
            <a:xfrm>
              <a:off x="2115205"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dk1"/>
                  </a:solidFill>
                  <a:latin typeface="Calibri"/>
                  <a:ea typeface="Calibri"/>
                  <a:cs typeface="Calibri"/>
                  <a:sym typeface="Calibri"/>
                </a:rPr>
                <a:t>PREP</a:t>
              </a:r>
              <a:endParaRPr/>
            </a:p>
          </p:txBody>
        </p:sp>
        <p:sp>
          <p:nvSpPr>
            <p:cNvPr id="2566" name="Google Shape;2566;p36"/>
            <p:cNvSpPr/>
            <p:nvPr/>
          </p:nvSpPr>
          <p:spPr>
            <a:xfrm>
              <a:off x="3730327"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6"/>
            <p:cNvSpPr txBox="1"/>
            <p:nvPr/>
          </p:nvSpPr>
          <p:spPr>
            <a:xfrm>
              <a:off x="3730327"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2568" name="Google Shape;2568;p36"/>
            <p:cNvSpPr/>
            <p:nvPr/>
          </p:nvSpPr>
          <p:spPr>
            <a:xfrm>
              <a:off x="4177967"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6"/>
            <p:cNvSpPr txBox="1"/>
            <p:nvPr/>
          </p:nvSpPr>
          <p:spPr>
            <a:xfrm>
              <a:off x="420418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BAKING</a:t>
              </a:r>
              <a:endParaRPr/>
            </a:p>
          </p:txBody>
        </p:sp>
        <p:sp>
          <p:nvSpPr>
            <p:cNvPr id="2570" name="Google Shape;2570;p36"/>
            <p:cNvSpPr/>
            <p:nvPr/>
          </p:nvSpPr>
          <p:spPr>
            <a:xfrm>
              <a:off x="5819311"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6"/>
            <p:cNvSpPr txBox="1"/>
            <p:nvPr/>
          </p:nvSpPr>
          <p:spPr>
            <a:xfrm>
              <a:off x="5819311"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2572" name="Google Shape;2572;p36"/>
            <p:cNvSpPr/>
            <p:nvPr/>
          </p:nvSpPr>
          <p:spPr>
            <a:xfrm>
              <a:off x="6266950"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6"/>
            <p:cNvSpPr txBox="1"/>
            <p:nvPr/>
          </p:nvSpPr>
          <p:spPr>
            <a:xfrm>
              <a:off x="6293172"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BOX</a:t>
              </a:r>
              <a:endParaRPr/>
            </a:p>
          </p:txBody>
        </p:sp>
        <p:sp>
          <p:nvSpPr>
            <p:cNvPr id="2574" name="Google Shape;2574;p36"/>
            <p:cNvSpPr/>
            <p:nvPr/>
          </p:nvSpPr>
          <p:spPr>
            <a:xfrm>
              <a:off x="7908294"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6"/>
            <p:cNvSpPr txBox="1"/>
            <p:nvPr/>
          </p:nvSpPr>
          <p:spPr>
            <a:xfrm>
              <a:off x="7908294"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2576" name="Google Shape;2576;p36"/>
            <p:cNvSpPr/>
            <p:nvPr/>
          </p:nvSpPr>
          <p:spPr>
            <a:xfrm>
              <a:off x="8355934" y="727498"/>
              <a:ext cx="1492131" cy="895278"/>
            </a:xfrm>
            <a:prstGeom prst="roundRect">
              <a:avLst>
                <a:gd name="adj" fmla="val 10000"/>
              </a:avLst>
            </a:prstGeom>
            <a:solidFill>
              <a:srgbClr val="FFD35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6"/>
            <p:cNvSpPr txBox="1"/>
            <p:nvPr/>
          </p:nvSpPr>
          <p:spPr>
            <a:xfrm>
              <a:off x="8382156"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500"/>
                <a:buFont typeface="Calibri"/>
                <a:buNone/>
              </a:pPr>
              <a:r>
                <a:rPr lang="en-US" sz="2500">
                  <a:solidFill>
                    <a:srgbClr val="000000"/>
                  </a:solidFill>
                  <a:latin typeface="Calibri"/>
                  <a:ea typeface="Calibri"/>
                  <a:cs typeface="Calibri"/>
                  <a:sym typeface="Calibri"/>
                </a:rPr>
                <a:t>OUT FOR DELIVERY</a:t>
              </a:r>
              <a:endParaRPr sz="2500">
                <a:solidFill>
                  <a:srgbClr val="000000"/>
                </a:solidFill>
                <a:latin typeface="Calibri"/>
                <a:ea typeface="Calibri"/>
                <a:cs typeface="Calibri"/>
                <a:sym typeface="Calibri"/>
              </a:endParaRPr>
            </a:p>
          </p:txBody>
        </p:sp>
        <p:sp>
          <p:nvSpPr>
            <p:cNvPr id="2578" name="Google Shape;2578;p36"/>
            <p:cNvSpPr/>
            <p:nvPr/>
          </p:nvSpPr>
          <p:spPr>
            <a:xfrm>
              <a:off x="9997278" y="990113"/>
              <a:ext cx="316331" cy="370048"/>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6"/>
            <p:cNvSpPr txBox="1"/>
            <p:nvPr/>
          </p:nvSpPr>
          <p:spPr>
            <a:xfrm>
              <a:off x="9997278" y="1064123"/>
              <a:ext cx="221432" cy="22202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500">
                <a:solidFill>
                  <a:schemeClr val="lt1"/>
                </a:solidFill>
                <a:latin typeface="Calibri"/>
                <a:ea typeface="Calibri"/>
                <a:cs typeface="Calibri"/>
                <a:sym typeface="Calibri"/>
              </a:endParaRPr>
            </a:p>
          </p:txBody>
        </p:sp>
        <p:sp>
          <p:nvSpPr>
            <p:cNvPr id="2580" name="Google Shape;2580;p36"/>
            <p:cNvSpPr/>
            <p:nvPr/>
          </p:nvSpPr>
          <p:spPr>
            <a:xfrm>
              <a:off x="10444917" y="727498"/>
              <a:ext cx="1492131" cy="895278"/>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6"/>
            <p:cNvSpPr txBox="1"/>
            <p:nvPr/>
          </p:nvSpPr>
          <p:spPr>
            <a:xfrm>
              <a:off x="10471139" y="753720"/>
              <a:ext cx="1439687" cy="8428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2500">
                  <a:solidFill>
                    <a:schemeClr val="lt1"/>
                  </a:solidFill>
                  <a:latin typeface="Calibri"/>
                  <a:ea typeface="Calibri"/>
                  <a:cs typeface="Calibri"/>
                  <a:sym typeface="Calibri"/>
                </a:rPr>
                <a:t>DELIVERED</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85"/>
        <p:cNvGrpSpPr/>
        <p:nvPr/>
      </p:nvGrpSpPr>
      <p:grpSpPr>
        <a:xfrm>
          <a:off x="0" y="0"/>
          <a:ext cx="0" cy="0"/>
          <a:chOff x="0" y="0"/>
          <a:chExt cx="0" cy="0"/>
        </a:xfrm>
      </p:grpSpPr>
      <p:sp>
        <p:nvSpPr>
          <p:cNvPr id="2586" name="Google Shape;2586;p37"/>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are JIRA and Confluence?</a:t>
            </a:r>
            <a:endParaRPr/>
          </a:p>
        </p:txBody>
      </p:sp>
      <p:pic>
        <p:nvPicPr>
          <p:cNvPr id="2587" name="Google Shape;2587;p37" descr="A close up of a sign&#10;&#10;Description automatically generated"/>
          <p:cNvPicPr preferRelativeResize="0"/>
          <p:nvPr/>
        </p:nvPicPr>
        <p:blipFill rotWithShape="1">
          <a:blip r:embed="rId3">
            <a:alphaModFix/>
          </a:blip>
          <a:srcRect/>
          <a:stretch/>
        </p:blipFill>
        <p:spPr>
          <a:xfrm>
            <a:off x="583449" y="2786148"/>
            <a:ext cx="4659825" cy="503049"/>
          </a:xfrm>
          <a:prstGeom prst="rect">
            <a:avLst/>
          </a:prstGeom>
          <a:noFill/>
          <a:ln>
            <a:noFill/>
          </a:ln>
        </p:spPr>
      </p:pic>
      <p:pic>
        <p:nvPicPr>
          <p:cNvPr id="2588" name="Google Shape;2588;p37"/>
          <p:cNvPicPr preferRelativeResize="0"/>
          <p:nvPr/>
        </p:nvPicPr>
        <p:blipFill rotWithShape="1">
          <a:blip r:embed="rId4">
            <a:alphaModFix/>
          </a:blip>
          <a:srcRect/>
          <a:stretch/>
        </p:blipFill>
        <p:spPr>
          <a:xfrm>
            <a:off x="583129" y="3670121"/>
            <a:ext cx="4016533" cy="503049"/>
          </a:xfrm>
          <a:prstGeom prst="rect">
            <a:avLst/>
          </a:prstGeom>
          <a:noFill/>
          <a:ln>
            <a:noFill/>
          </a:ln>
        </p:spPr>
      </p:pic>
      <p:pic>
        <p:nvPicPr>
          <p:cNvPr id="2589" name="Google Shape;2589;p37"/>
          <p:cNvPicPr preferRelativeResize="0"/>
          <p:nvPr/>
        </p:nvPicPr>
        <p:blipFill rotWithShape="1">
          <a:blip r:embed="rId5">
            <a:alphaModFix/>
          </a:blip>
          <a:srcRect/>
          <a:stretch/>
        </p:blipFill>
        <p:spPr>
          <a:xfrm>
            <a:off x="583449" y="1814273"/>
            <a:ext cx="3025915" cy="503049"/>
          </a:xfrm>
          <a:prstGeom prst="rect">
            <a:avLst/>
          </a:prstGeom>
          <a:noFill/>
          <a:ln>
            <a:noFill/>
          </a:ln>
        </p:spPr>
      </p:pic>
      <p:grpSp>
        <p:nvGrpSpPr>
          <p:cNvPr id="2590" name="Google Shape;2590;p37"/>
          <p:cNvGrpSpPr/>
          <p:nvPr/>
        </p:nvGrpSpPr>
        <p:grpSpPr>
          <a:xfrm>
            <a:off x="342488" y="4554094"/>
            <a:ext cx="1376924" cy="1261156"/>
            <a:chOff x="2345051" y="2875411"/>
            <a:chExt cx="1376924" cy="1261156"/>
          </a:xfrm>
        </p:grpSpPr>
        <p:grpSp>
          <p:nvGrpSpPr>
            <p:cNvPr id="2591" name="Google Shape;2591;p37"/>
            <p:cNvGrpSpPr/>
            <p:nvPr/>
          </p:nvGrpSpPr>
          <p:grpSpPr>
            <a:xfrm>
              <a:off x="2345051" y="2875411"/>
              <a:ext cx="1376924" cy="1261156"/>
              <a:chOff x="2901073" y="1621694"/>
              <a:chExt cx="4833184" cy="4426824"/>
            </a:xfrm>
          </p:grpSpPr>
          <p:sp>
            <p:nvSpPr>
              <p:cNvPr id="2592" name="Google Shape;2592;p3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93" name="Google Shape;2593;p3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594" name="Google Shape;2594;p37"/>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5" name="Google Shape;2595;p37"/>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6" name="Google Shape;2596;p37"/>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7" name="Google Shape;2597;p37"/>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8" name="Google Shape;2598;p37"/>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9" name="Google Shape;2599;p37"/>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0" name="Google Shape;2600;p37"/>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1" name="Google Shape;2601;p37"/>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2" name="Google Shape;2602;p37"/>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3" name="Google Shape;2603;p37"/>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4" name="Google Shape;2604;p37"/>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5" name="Google Shape;2605;p37"/>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6" name="Google Shape;2606;p37"/>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7" name="Google Shape;2607;p37"/>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8" name="Google Shape;2608;p37"/>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9" name="Google Shape;2609;p37"/>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0" name="Google Shape;2610;p37"/>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1" name="Google Shape;2611;p37"/>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2" name="Google Shape;2612;p37"/>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3" name="Google Shape;2613;p37"/>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4" name="Google Shape;2614;p37"/>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5" name="Google Shape;2615;p37"/>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6" name="Google Shape;2616;p37"/>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7" name="Google Shape;2617;p37"/>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8" name="Google Shape;2618;p37"/>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9" name="Google Shape;2619;p37"/>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0" name="Google Shape;2620;p37"/>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1" name="Google Shape;2621;p37"/>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2" name="Google Shape;2622;p37"/>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3" name="Google Shape;2623;p37"/>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4" name="Google Shape;2624;p37"/>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5" name="Google Shape;2625;p37"/>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6" name="Google Shape;2626;p37"/>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7" name="Google Shape;2627;p37"/>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8" name="Google Shape;2628;p37"/>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9" name="Google Shape;2629;p37"/>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0" name="Google Shape;2630;p37"/>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1" name="Google Shape;2631;p37"/>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632" name="Google Shape;2632;p37"/>
          <p:cNvGrpSpPr/>
          <p:nvPr/>
        </p:nvGrpSpPr>
        <p:grpSpPr>
          <a:xfrm>
            <a:off x="5323471" y="1742631"/>
            <a:ext cx="6868529" cy="3749136"/>
            <a:chOff x="5323471" y="1742631"/>
            <a:chExt cx="6868529" cy="3749136"/>
          </a:xfrm>
        </p:grpSpPr>
        <p:grpSp>
          <p:nvGrpSpPr>
            <p:cNvPr id="2633" name="Google Shape;2633;p37"/>
            <p:cNvGrpSpPr/>
            <p:nvPr/>
          </p:nvGrpSpPr>
          <p:grpSpPr>
            <a:xfrm>
              <a:off x="5323471" y="1819886"/>
              <a:ext cx="772529" cy="3573442"/>
              <a:chOff x="5323471" y="1819886"/>
              <a:chExt cx="772529" cy="3573442"/>
            </a:xfrm>
          </p:grpSpPr>
          <p:sp>
            <p:nvSpPr>
              <p:cNvPr id="2634" name="Google Shape;2634;p37"/>
              <p:cNvSpPr/>
              <p:nvPr/>
            </p:nvSpPr>
            <p:spPr>
              <a:xfrm>
                <a:off x="5329565" y="4901506"/>
                <a:ext cx="766433" cy="491822"/>
              </a:xfrm>
              <a:prstGeom prst="mathEqual">
                <a:avLst>
                  <a:gd name="adj1" fmla="val 23520"/>
                  <a:gd name="adj2" fmla="val 1176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35" name="Google Shape;2635;p37"/>
              <p:cNvSpPr/>
              <p:nvPr/>
            </p:nvSpPr>
            <p:spPr>
              <a:xfrm>
                <a:off x="5323471" y="3754181"/>
                <a:ext cx="766433" cy="491822"/>
              </a:xfrm>
              <a:prstGeom prst="mathEqual">
                <a:avLst>
                  <a:gd name="adj1" fmla="val 23520"/>
                  <a:gd name="adj2" fmla="val 1176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36" name="Google Shape;2636;p37"/>
              <p:cNvSpPr/>
              <p:nvPr/>
            </p:nvSpPr>
            <p:spPr>
              <a:xfrm>
                <a:off x="5329567" y="2797375"/>
                <a:ext cx="766433" cy="491822"/>
              </a:xfrm>
              <a:prstGeom prst="mathEqual">
                <a:avLst>
                  <a:gd name="adj1" fmla="val 23520"/>
                  <a:gd name="adj2" fmla="val 1176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37" name="Google Shape;2637;p37"/>
              <p:cNvSpPr/>
              <p:nvPr/>
            </p:nvSpPr>
            <p:spPr>
              <a:xfrm>
                <a:off x="5329567" y="1819886"/>
                <a:ext cx="766433" cy="491822"/>
              </a:xfrm>
              <a:prstGeom prst="mathEqual">
                <a:avLst>
                  <a:gd name="adj1" fmla="val 23520"/>
                  <a:gd name="adj2" fmla="val 1176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2638" name="Google Shape;2638;p37"/>
            <p:cNvSpPr txBox="1"/>
            <p:nvPr/>
          </p:nvSpPr>
          <p:spPr>
            <a:xfrm>
              <a:off x="6307816" y="1742631"/>
              <a:ext cx="51144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rgbClr val="0C2547"/>
                  </a:solidFill>
                  <a:latin typeface="Calibri"/>
                  <a:ea typeface="Calibri"/>
                  <a:cs typeface="Calibri"/>
                  <a:sym typeface="Calibri"/>
                </a:rPr>
                <a:t>JIRA is our “pizza tracker”</a:t>
              </a:r>
              <a:endParaRPr/>
            </a:p>
          </p:txBody>
        </p:sp>
        <p:sp>
          <p:nvSpPr>
            <p:cNvPr id="2639" name="Google Shape;2639;p37"/>
            <p:cNvSpPr txBox="1"/>
            <p:nvPr/>
          </p:nvSpPr>
          <p:spPr>
            <a:xfrm>
              <a:off x="6296531" y="2667869"/>
              <a:ext cx="495052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rgbClr val="0C2547"/>
                  </a:solidFill>
                  <a:latin typeface="Calibri"/>
                  <a:ea typeface="Calibri"/>
                  <a:cs typeface="Calibri"/>
                  <a:sym typeface="Calibri"/>
                </a:rPr>
                <a:t>JSD is “Customer Service”</a:t>
              </a:r>
              <a:endParaRPr/>
            </a:p>
          </p:txBody>
        </p:sp>
        <p:sp>
          <p:nvSpPr>
            <p:cNvPr id="2640" name="Google Shape;2640;p37"/>
            <p:cNvSpPr txBox="1"/>
            <p:nvPr/>
          </p:nvSpPr>
          <p:spPr>
            <a:xfrm>
              <a:off x="6296531" y="3677944"/>
              <a:ext cx="5895469"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C2547"/>
                  </a:solidFill>
                  <a:latin typeface="Calibri"/>
                  <a:ea typeface="Calibri"/>
                  <a:cs typeface="Calibri"/>
                  <a:sym typeface="Calibri"/>
                </a:rPr>
                <a:t>Confluence is where pizza recipes, guidelines are written and discussed</a:t>
              </a:r>
              <a:endParaRPr/>
            </a:p>
          </p:txBody>
        </p:sp>
        <p:sp>
          <p:nvSpPr>
            <p:cNvPr id="2641" name="Google Shape;2641;p37"/>
            <p:cNvSpPr txBox="1"/>
            <p:nvPr/>
          </p:nvSpPr>
          <p:spPr>
            <a:xfrm>
              <a:off x="6294853" y="4845436"/>
              <a:ext cx="470006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rgbClr val="0C2547"/>
                  </a:solidFill>
                  <a:latin typeface="Calibri"/>
                  <a:ea typeface="Calibri"/>
                  <a:cs typeface="Calibri"/>
                  <a:sym typeface="Calibri"/>
                </a:rPr>
                <a:t>A pizza can be anything!</a:t>
              </a:r>
              <a:endParaRPr/>
            </a:p>
          </p:txBody>
        </p:sp>
      </p:grpSp>
      <p:grpSp>
        <p:nvGrpSpPr>
          <p:cNvPr id="2642" name="Google Shape;2642;p37"/>
          <p:cNvGrpSpPr/>
          <p:nvPr/>
        </p:nvGrpSpPr>
        <p:grpSpPr>
          <a:xfrm>
            <a:off x="1982905" y="4538076"/>
            <a:ext cx="1376924" cy="1261156"/>
            <a:chOff x="2345051" y="2875411"/>
            <a:chExt cx="1376924" cy="1261156"/>
          </a:xfrm>
        </p:grpSpPr>
        <p:grpSp>
          <p:nvGrpSpPr>
            <p:cNvPr id="2643" name="Google Shape;2643;p37"/>
            <p:cNvGrpSpPr/>
            <p:nvPr/>
          </p:nvGrpSpPr>
          <p:grpSpPr>
            <a:xfrm>
              <a:off x="2345051" y="2875411"/>
              <a:ext cx="1376924" cy="1261156"/>
              <a:chOff x="2901073" y="1621694"/>
              <a:chExt cx="4833184" cy="4426824"/>
            </a:xfrm>
          </p:grpSpPr>
          <p:sp>
            <p:nvSpPr>
              <p:cNvPr id="2644" name="Google Shape;2644;p3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45" name="Google Shape;2645;p3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646" name="Google Shape;2646;p37"/>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7" name="Google Shape;2647;p37"/>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8" name="Google Shape;2648;p37"/>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9" name="Google Shape;2649;p37"/>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0" name="Google Shape;2650;p37"/>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1" name="Google Shape;2651;p37"/>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2" name="Google Shape;2652;p37"/>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3" name="Google Shape;2653;p37"/>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4" name="Google Shape;2654;p37"/>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5" name="Google Shape;2655;p37"/>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6" name="Google Shape;2656;p37"/>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7" name="Google Shape;2657;p37"/>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8" name="Google Shape;2658;p37"/>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9" name="Google Shape;2659;p37"/>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0" name="Google Shape;2660;p37"/>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1" name="Google Shape;2661;p37"/>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2" name="Google Shape;2662;p37"/>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3" name="Google Shape;2663;p37"/>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4" name="Google Shape;2664;p37"/>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5" name="Google Shape;2665;p37"/>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6" name="Google Shape;2666;p37"/>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7" name="Google Shape;2667;p37"/>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8" name="Google Shape;2668;p37"/>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9" name="Google Shape;2669;p37"/>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0" name="Google Shape;2670;p37"/>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1" name="Google Shape;2671;p37"/>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2" name="Google Shape;2672;p37"/>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3" name="Google Shape;2673;p37"/>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4" name="Google Shape;2674;p37"/>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5" name="Google Shape;2675;p37"/>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6" name="Google Shape;2676;p37"/>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7" name="Google Shape;2677;p37"/>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8" name="Google Shape;2678;p37"/>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9" name="Google Shape;2679;p37"/>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0" name="Google Shape;2680;p37"/>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1" name="Google Shape;2681;p37"/>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2" name="Google Shape;2682;p37"/>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3" name="Google Shape;2683;p37"/>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684" name="Google Shape;2684;p37"/>
          <p:cNvGrpSpPr/>
          <p:nvPr/>
        </p:nvGrpSpPr>
        <p:grpSpPr>
          <a:xfrm>
            <a:off x="3623322" y="4554094"/>
            <a:ext cx="1376924" cy="1261156"/>
            <a:chOff x="2345051" y="2875411"/>
            <a:chExt cx="1376924" cy="1261156"/>
          </a:xfrm>
        </p:grpSpPr>
        <p:grpSp>
          <p:nvGrpSpPr>
            <p:cNvPr id="2685" name="Google Shape;2685;p37"/>
            <p:cNvGrpSpPr/>
            <p:nvPr/>
          </p:nvGrpSpPr>
          <p:grpSpPr>
            <a:xfrm>
              <a:off x="2345051" y="2875411"/>
              <a:ext cx="1376924" cy="1261156"/>
              <a:chOff x="2901073" y="1621694"/>
              <a:chExt cx="4833184" cy="4426824"/>
            </a:xfrm>
          </p:grpSpPr>
          <p:sp>
            <p:nvSpPr>
              <p:cNvPr id="2686" name="Google Shape;2686;p37"/>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87" name="Google Shape;2687;p37"/>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688" name="Google Shape;2688;p37"/>
            <p:cNvSpPr/>
            <p:nvPr/>
          </p:nvSpPr>
          <p:spPr>
            <a:xfrm>
              <a:off x="2830593" y="340803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9" name="Google Shape;2689;p37"/>
            <p:cNvSpPr/>
            <p:nvPr/>
          </p:nvSpPr>
          <p:spPr>
            <a:xfrm>
              <a:off x="2677577" y="3637373"/>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0" name="Google Shape;2690;p37"/>
            <p:cNvSpPr/>
            <p:nvPr/>
          </p:nvSpPr>
          <p:spPr>
            <a:xfrm>
              <a:off x="2708547" y="330746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1" name="Google Shape;2691;p37"/>
            <p:cNvSpPr/>
            <p:nvPr/>
          </p:nvSpPr>
          <p:spPr>
            <a:xfrm>
              <a:off x="3052600" y="357247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2" name="Google Shape;2692;p37"/>
            <p:cNvSpPr/>
            <p:nvPr/>
          </p:nvSpPr>
          <p:spPr>
            <a:xfrm>
              <a:off x="2900497" y="367921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3" name="Google Shape;2693;p37"/>
            <p:cNvSpPr/>
            <p:nvPr/>
          </p:nvSpPr>
          <p:spPr>
            <a:xfrm>
              <a:off x="2425280" y="3491580"/>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4" name="Google Shape;2694;p37"/>
            <p:cNvSpPr/>
            <p:nvPr/>
          </p:nvSpPr>
          <p:spPr>
            <a:xfrm>
              <a:off x="3215381" y="3847944"/>
              <a:ext cx="126181" cy="11397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5" name="Google Shape;2695;p37"/>
            <p:cNvSpPr/>
            <p:nvPr/>
          </p:nvSpPr>
          <p:spPr>
            <a:xfrm>
              <a:off x="2837406"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6" name="Google Shape;2696;p37"/>
            <p:cNvSpPr/>
            <p:nvPr/>
          </p:nvSpPr>
          <p:spPr>
            <a:xfrm>
              <a:off x="2822025" y="3846357"/>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7" name="Google Shape;2697;p37"/>
            <p:cNvSpPr/>
            <p:nvPr/>
          </p:nvSpPr>
          <p:spPr>
            <a:xfrm>
              <a:off x="3208188" y="341341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8" name="Google Shape;2698;p37"/>
            <p:cNvSpPr/>
            <p:nvPr/>
          </p:nvSpPr>
          <p:spPr>
            <a:xfrm>
              <a:off x="3026678" y="3402202"/>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9" name="Google Shape;2699;p37"/>
            <p:cNvSpPr/>
            <p:nvPr/>
          </p:nvSpPr>
          <p:spPr>
            <a:xfrm>
              <a:off x="3331133" y="3332046"/>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0" name="Google Shape;2700;p37"/>
            <p:cNvSpPr/>
            <p:nvPr/>
          </p:nvSpPr>
          <p:spPr>
            <a:xfrm>
              <a:off x="3356023" y="3692520"/>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1" name="Google Shape;2701;p37"/>
            <p:cNvSpPr/>
            <p:nvPr/>
          </p:nvSpPr>
          <p:spPr>
            <a:xfrm>
              <a:off x="2557701" y="312565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2" name="Google Shape;2702;p37"/>
            <p:cNvSpPr/>
            <p:nvPr/>
          </p:nvSpPr>
          <p:spPr>
            <a:xfrm>
              <a:off x="3172139" y="3055131"/>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3" name="Google Shape;2703;p37"/>
            <p:cNvSpPr/>
            <p:nvPr/>
          </p:nvSpPr>
          <p:spPr>
            <a:xfrm>
              <a:off x="3182235" y="3168034"/>
              <a:ext cx="126181" cy="11397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4" name="Google Shape;2704;p37"/>
            <p:cNvSpPr/>
            <p:nvPr/>
          </p:nvSpPr>
          <p:spPr>
            <a:xfrm>
              <a:off x="2853217" y="35833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5" name="Google Shape;2705;p37"/>
            <p:cNvSpPr/>
            <p:nvPr/>
          </p:nvSpPr>
          <p:spPr>
            <a:xfrm>
              <a:off x="3116996" y="381120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6" name="Google Shape;2706;p37"/>
            <p:cNvSpPr/>
            <p:nvPr/>
          </p:nvSpPr>
          <p:spPr>
            <a:xfrm>
              <a:off x="2517069" y="362222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7" name="Google Shape;2707;p37"/>
            <p:cNvSpPr/>
            <p:nvPr/>
          </p:nvSpPr>
          <p:spPr>
            <a:xfrm>
              <a:off x="3281002" y="356961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8" name="Google Shape;2708;p37"/>
            <p:cNvSpPr/>
            <p:nvPr/>
          </p:nvSpPr>
          <p:spPr>
            <a:xfrm>
              <a:off x="3151568" y="3293771"/>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9" name="Google Shape;2709;p37"/>
            <p:cNvSpPr/>
            <p:nvPr/>
          </p:nvSpPr>
          <p:spPr>
            <a:xfrm>
              <a:off x="3031431" y="3951558"/>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0" name="Google Shape;2710;p37"/>
            <p:cNvSpPr/>
            <p:nvPr/>
          </p:nvSpPr>
          <p:spPr>
            <a:xfrm>
              <a:off x="2906789" y="304201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1" name="Google Shape;2711;p37"/>
            <p:cNvSpPr/>
            <p:nvPr/>
          </p:nvSpPr>
          <p:spPr>
            <a:xfrm>
              <a:off x="2725799" y="316579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2" name="Google Shape;2712;p37"/>
            <p:cNvSpPr/>
            <p:nvPr/>
          </p:nvSpPr>
          <p:spPr>
            <a:xfrm>
              <a:off x="2454578" y="334742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3" name="Google Shape;2713;p37"/>
            <p:cNvSpPr/>
            <p:nvPr/>
          </p:nvSpPr>
          <p:spPr>
            <a:xfrm>
              <a:off x="2576671" y="3463025"/>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4" name="Google Shape;2714;p37"/>
            <p:cNvSpPr/>
            <p:nvPr/>
          </p:nvSpPr>
          <p:spPr>
            <a:xfrm>
              <a:off x="3320632" y="3151842"/>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5" name="Google Shape;2715;p37"/>
            <p:cNvSpPr/>
            <p:nvPr/>
          </p:nvSpPr>
          <p:spPr>
            <a:xfrm>
              <a:off x="3078296" y="3239556"/>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6" name="Google Shape;2716;p37"/>
            <p:cNvSpPr/>
            <p:nvPr/>
          </p:nvSpPr>
          <p:spPr>
            <a:xfrm>
              <a:off x="2978690" y="3220767"/>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7" name="Google Shape;2717;p37"/>
            <p:cNvSpPr/>
            <p:nvPr/>
          </p:nvSpPr>
          <p:spPr>
            <a:xfrm>
              <a:off x="2707489" y="3048960"/>
              <a:ext cx="78388" cy="77812"/>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8" name="Google Shape;2718;p37"/>
            <p:cNvSpPr/>
            <p:nvPr/>
          </p:nvSpPr>
          <p:spPr>
            <a:xfrm>
              <a:off x="3039164" y="305513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9" name="Google Shape;2719;p37"/>
            <p:cNvSpPr/>
            <p:nvPr/>
          </p:nvSpPr>
          <p:spPr>
            <a:xfrm>
              <a:off x="3476110" y="3593389"/>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0" name="Google Shape;2720;p37"/>
            <p:cNvSpPr/>
            <p:nvPr/>
          </p:nvSpPr>
          <p:spPr>
            <a:xfrm>
              <a:off x="3176489" y="3588862"/>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1" name="Google Shape;2721;p37"/>
            <p:cNvSpPr/>
            <p:nvPr/>
          </p:nvSpPr>
          <p:spPr>
            <a:xfrm>
              <a:off x="2707489" y="3470395"/>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2" name="Google Shape;2722;p37"/>
            <p:cNvSpPr/>
            <p:nvPr/>
          </p:nvSpPr>
          <p:spPr>
            <a:xfrm>
              <a:off x="2507777" y="3250417"/>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3" name="Google Shape;2723;p37"/>
            <p:cNvSpPr/>
            <p:nvPr/>
          </p:nvSpPr>
          <p:spPr>
            <a:xfrm>
              <a:off x="2547881" y="3757163"/>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4" name="Google Shape;2724;p37"/>
            <p:cNvSpPr/>
            <p:nvPr/>
          </p:nvSpPr>
          <p:spPr>
            <a:xfrm>
              <a:off x="3407971" y="3471354"/>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5" name="Google Shape;2725;p37"/>
            <p:cNvSpPr/>
            <p:nvPr/>
          </p:nvSpPr>
          <p:spPr>
            <a:xfrm>
              <a:off x="2701138" y="3829281"/>
              <a:ext cx="92814" cy="108077"/>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86"/>
                                        </p:tgtEl>
                                        <p:attrNameLst>
                                          <p:attrName>style.visibility</p:attrName>
                                        </p:attrNameLst>
                                      </p:cBhvr>
                                      <p:to>
                                        <p:strVal val="visible"/>
                                      </p:to>
                                    </p:set>
                                    <p:animEffect transition="in" filter="fade">
                                      <p:cBhvr>
                                        <p:cTn id="7" dur="250"/>
                                        <p:tgtEl>
                                          <p:spTgt spid="2586"/>
                                        </p:tgtEl>
                                      </p:cBhvr>
                                    </p:animEffect>
                                  </p:childTnLst>
                                </p:cTn>
                              </p:par>
                            </p:childTnLst>
                          </p:cTn>
                        </p:par>
                        <p:par>
                          <p:cTn id="8" fill="hold">
                            <p:stCondLst>
                              <p:cond delay="250"/>
                            </p:stCondLst>
                            <p:childTnLst>
                              <p:par>
                                <p:cTn id="9" presetID="2" presetClass="entr" presetSubtype="8" fill="hold" nodeType="afterEffect">
                                  <p:stCondLst>
                                    <p:cond delay="0"/>
                                  </p:stCondLst>
                                  <p:childTnLst>
                                    <p:set>
                                      <p:cBhvr>
                                        <p:cTn id="10" dur="1" fill="hold">
                                          <p:stCondLst>
                                            <p:cond delay="0"/>
                                          </p:stCondLst>
                                        </p:cTn>
                                        <p:tgtEl>
                                          <p:spTgt spid="2589"/>
                                        </p:tgtEl>
                                        <p:attrNameLst>
                                          <p:attrName>style.visibility</p:attrName>
                                        </p:attrNameLst>
                                      </p:cBhvr>
                                      <p:to>
                                        <p:strVal val="visible"/>
                                      </p:to>
                                    </p:set>
                                    <p:anim calcmode="lin" valueType="num">
                                      <p:cBhvr additive="base">
                                        <p:cTn id="11" dur="500"/>
                                        <p:tgtEl>
                                          <p:spTgt spid="2589"/>
                                        </p:tgtEl>
                                        <p:attrNameLst>
                                          <p:attrName>ppt_x</p:attrName>
                                        </p:attrNameLst>
                                      </p:cBhvr>
                                      <p:tavLst>
                                        <p:tav tm="0">
                                          <p:val>
                                            <p:strVal val="#ppt_x-1"/>
                                          </p:val>
                                        </p:tav>
                                        <p:tav tm="100000">
                                          <p:val>
                                            <p:strVal val="#ppt_x"/>
                                          </p:val>
                                        </p:tav>
                                      </p:tavLst>
                                    </p:anim>
                                  </p:childTnLst>
                                </p:cTn>
                              </p:par>
                            </p:childTnLst>
                          </p:cTn>
                        </p:par>
                        <p:par>
                          <p:cTn id="12" fill="hold">
                            <p:stCondLst>
                              <p:cond delay="750"/>
                            </p:stCondLst>
                            <p:childTnLst>
                              <p:par>
                                <p:cTn id="13" presetID="2" presetClass="entr" presetSubtype="8" fill="hold" nodeType="afterEffect">
                                  <p:stCondLst>
                                    <p:cond delay="0"/>
                                  </p:stCondLst>
                                  <p:childTnLst>
                                    <p:set>
                                      <p:cBhvr>
                                        <p:cTn id="14" dur="1" fill="hold">
                                          <p:stCondLst>
                                            <p:cond delay="0"/>
                                          </p:stCondLst>
                                        </p:cTn>
                                        <p:tgtEl>
                                          <p:spTgt spid="2587"/>
                                        </p:tgtEl>
                                        <p:attrNameLst>
                                          <p:attrName>style.visibility</p:attrName>
                                        </p:attrNameLst>
                                      </p:cBhvr>
                                      <p:to>
                                        <p:strVal val="visible"/>
                                      </p:to>
                                    </p:set>
                                    <p:anim calcmode="lin" valueType="num">
                                      <p:cBhvr additive="base">
                                        <p:cTn id="15" dur="500"/>
                                        <p:tgtEl>
                                          <p:spTgt spid="2587"/>
                                        </p:tgtEl>
                                        <p:attrNameLst>
                                          <p:attrName>ppt_x</p:attrName>
                                        </p:attrNameLst>
                                      </p:cBhvr>
                                      <p:tavLst>
                                        <p:tav tm="0">
                                          <p:val>
                                            <p:strVal val="#ppt_x-1"/>
                                          </p:val>
                                        </p:tav>
                                        <p:tav tm="100000">
                                          <p:val>
                                            <p:strVal val="#ppt_x"/>
                                          </p:val>
                                        </p:tav>
                                      </p:tavLst>
                                    </p:anim>
                                  </p:childTnLst>
                                </p:cTn>
                              </p:par>
                            </p:childTnLst>
                          </p:cTn>
                        </p:par>
                        <p:par>
                          <p:cTn id="16" fill="hold">
                            <p:stCondLst>
                              <p:cond delay="1250"/>
                            </p:stCondLst>
                            <p:childTnLst>
                              <p:par>
                                <p:cTn id="17" presetID="2" presetClass="entr" presetSubtype="8" fill="hold" nodeType="afterEffect">
                                  <p:stCondLst>
                                    <p:cond delay="0"/>
                                  </p:stCondLst>
                                  <p:childTnLst>
                                    <p:set>
                                      <p:cBhvr>
                                        <p:cTn id="18" dur="1" fill="hold">
                                          <p:stCondLst>
                                            <p:cond delay="0"/>
                                          </p:stCondLst>
                                        </p:cTn>
                                        <p:tgtEl>
                                          <p:spTgt spid="2588"/>
                                        </p:tgtEl>
                                        <p:attrNameLst>
                                          <p:attrName>style.visibility</p:attrName>
                                        </p:attrNameLst>
                                      </p:cBhvr>
                                      <p:to>
                                        <p:strVal val="visible"/>
                                      </p:to>
                                    </p:set>
                                    <p:anim calcmode="lin" valueType="num">
                                      <p:cBhvr additive="base">
                                        <p:cTn id="19" dur="500"/>
                                        <p:tgtEl>
                                          <p:spTgt spid="2588"/>
                                        </p:tgtEl>
                                        <p:attrNameLst>
                                          <p:attrName>ppt_x</p:attrName>
                                        </p:attrNameLst>
                                      </p:cBhvr>
                                      <p:tavLst>
                                        <p:tav tm="0">
                                          <p:val>
                                            <p:strVal val="#ppt_x-1"/>
                                          </p:val>
                                        </p:tav>
                                        <p:tav tm="100000">
                                          <p:val>
                                            <p:strVal val="#ppt_x"/>
                                          </p:val>
                                        </p:tav>
                                      </p:tavLst>
                                    </p:anim>
                                  </p:childTnLst>
                                </p:cTn>
                              </p:par>
                            </p:childTnLst>
                          </p:cTn>
                        </p:par>
                        <p:par>
                          <p:cTn id="20" fill="hold">
                            <p:stCondLst>
                              <p:cond delay="1750"/>
                            </p:stCondLst>
                            <p:childTnLst>
                              <p:par>
                                <p:cTn id="21" presetID="2" presetClass="entr" presetSubtype="8" fill="hold" nodeType="afterEffect">
                                  <p:stCondLst>
                                    <p:cond delay="0"/>
                                  </p:stCondLst>
                                  <p:childTnLst>
                                    <p:set>
                                      <p:cBhvr>
                                        <p:cTn id="22" dur="1" fill="hold">
                                          <p:stCondLst>
                                            <p:cond delay="0"/>
                                          </p:stCondLst>
                                        </p:cTn>
                                        <p:tgtEl>
                                          <p:spTgt spid="2590"/>
                                        </p:tgtEl>
                                        <p:attrNameLst>
                                          <p:attrName>style.visibility</p:attrName>
                                        </p:attrNameLst>
                                      </p:cBhvr>
                                      <p:to>
                                        <p:strVal val="visible"/>
                                      </p:to>
                                    </p:set>
                                    <p:anim calcmode="lin" valueType="num">
                                      <p:cBhvr additive="base">
                                        <p:cTn id="23" dur="500"/>
                                        <p:tgtEl>
                                          <p:spTgt spid="2590"/>
                                        </p:tgtEl>
                                        <p:attrNameLst>
                                          <p:attrName>ppt_x</p:attrName>
                                        </p:attrNameLst>
                                      </p:cBhvr>
                                      <p:tavLst>
                                        <p:tav tm="0">
                                          <p:val>
                                            <p:strVal val="#ppt_x-1"/>
                                          </p:val>
                                        </p:tav>
                                        <p:tav tm="100000">
                                          <p:val>
                                            <p:strVal val="#ppt_x"/>
                                          </p:val>
                                        </p:tav>
                                      </p:tavLst>
                                    </p:anim>
                                  </p:childTnLst>
                                </p:cTn>
                              </p:par>
                            </p:childTnLst>
                          </p:cTn>
                        </p:par>
                        <p:par>
                          <p:cTn id="24" fill="hold">
                            <p:stCondLst>
                              <p:cond delay="2250"/>
                            </p:stCondLst>
                            <p:childTnLst>
                              <p:par>
                                <p:cTn id="25" presetID="2" presetClass="entr" presetSubtype="8" fill="hold" nodeType="afterEffect">
                                  <p:stCondLst>
                                    <p:cond delay="0"/>
                                  </p:stCondLst>
                                  <p:childTnLst>
                                    <p:set>
                                      <p:cBhvr>
                                        <p:cTn id="26" dur="1" fill="hold">
                                          <p:stCondLst>
                                            <p:cond delay="0"/>
                                          </p:stCondLst>
                                        </p:cTn>
                                        <p:tgtEl>
                                          <p:spTgt spid="2642"/>
                                        </p:tgtEl>
                                        <p:attrNameLst>
                                          <p:attrName>style.visibility</p:attrName>
                                        </p:attrNameLst>
                                      </p:cBhvr>
                                      <p:to>
                                        <p:strVal val="visible"/>
                                      </p:to>
                                    </p:set>
                                    <p:anim calcmode="lin" valueType="num">
                                      <p:cBhvr additive="base">
                                        <p:cTn id="27" dur="500"/>
                                        <p:tgtEl>
                                          <p:spTgt spid="2642"/>
                                        </p:tgtEl>
                                        <p:attrNameLst>
                                          <p:attrName>ppt_x</p:attrName>
                                        </p:attrNameLst>
                                      </p:cBhvr>
                                      <p:tavLst>
                                        <p:tav tm="0">
                                          <p:val>
                                            <p:strVal val="#ppt_x-1"/>
                                          </p:val>
                                        </p:tav>
                                        <p:tav tm="100000">
                                          <p:val>
                                            <p:strVal val="#ppt_x"/>
                                          </p:val>
                                        </p:tav>
                                      </p:tavLst>
                                    </p:anim>
                                  </p:childTnLst>
                                </p:cTn>
                              </p:par>
                            </p:childTnLst>
                          </p:cTn>
                        </p:par>
                        <p:par>
                          <p:cTn id="28" fill="hold">
                            <p:stCondLst>
                              <p:cond delay="2750"/>
                            </p:stCondLst>
                            <p:childTnLst>
                              <p:par>
                                <p:cTn id="29" presetID="2" presetClass="entr" presetSubtype="8" fill="hold" nodeType="afterEffect">
                                  <p:stCondLst>
                                    <p:cond delay="0"/>
                                  </p:stCondLst>
                                  <p:childTnLst>
                                    <p:set>
                                      <p:cBhvr>
                                        <p:cTn id="30" dur="1" fill="hold">
                                          <p:stCondLst>
                                            <p:cond delay="0"/>
                                          </p:stCondLst>
                                        </p:cTn>
                                        <p:tgtEl>
                                          <p:spTgt spid="2684"/>
                                        </p:tgtEl>
                                        <p:attrNameLst>
                                          <p:attrName>style.visibility</p:attrName>
                                        </p:attrNameLst>
                                      </p:cBhvr>
                                      <p:to>
                                        <p:strVal val="visible"/>
                                      </p:to>
                                    </p:set>
                                    <p:anim calcmode="lin" valueType="num">
                                      <p:cBhvr additive="base">
                                        <p:cTn id="31" dur="500"/>
                                        <p:tgtEl>
                                          <p:spTgt spid="2684"/>
                                        </p:tgtEl>
                                        <p:attrNameLst>
                                          <p:attrName>ppt_x</p:attrName>
                                        </p:attrNameLst>
                                      </p:cBhvr>
                                      <p:tavLst>
                                        <p:tav tm="0">
                                          <p:val>
                                            <p:strVal val="#ppt_x-1"/>
                                          </p:val>
                                        </p:tav>
                                        <p:tav tm="100000">
                                          <p:val>
                                            <p:strVal val="#ppt_x"/>
                                          </p:val>
                                        </p:tav>
                                      </p:tavLst>
                                    </p:anim>
                                  </p:childTnLst>
                                </p:cTn>
                              </p:par>
                            </p:childTnLst>
                          </p:cTn>
                        </p:par>
                        <p:par>
                          <p:cTn id="32" fill="hold">
                            <p:stCondLst>
                              <p:cond delay="3250"/>
                            </p:stCondLst>
                            <p:childTnLst>
                              <p:par>
                                <p:cTn id="33" presetID="10" presetClass="entr" presetSubtype="0" fill="hold" nodeType="afterEffect">
                                  <p:stCondLst>
                                    <p:cond delay="0"/>
                                  </p:stCondLst>
                                  <p:childTnLst>
                                    <p:set>
                                      <p:cBhvr>
                                        <p:cTn id="34" dur="1" fill="hold">
                                          <p:stCondLst>
                                            <p:cond delay="0"/>
                                          </p:stCondLst>
                                        </p:cTn>
                                        <p:tgtEl>
                                          <p:spTgt spid="2632"/>
                                        </p:tgtEl>
                                        <p:attrNameLst>
                                          <p:attrName>style.visibility</p:attrName>
                                        </p:attrNameLst>
                                      </p:cBhvr>
                                      <p:to>
                                        <p:strVal val="visible"/>
                                      </p:to>
                                    </p:set>
                                    <p:animEffect transition="in" filter="fade">
                                      <p:cBhvr>
                                        <p:cTn id="35" dur="250"/>
                                        <p:tgtEl>
                                          <p:spTgt spid="2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29"/>
        <p:cNvGrpSpPr/>
        <p:nvPr/>
      </p:nvGrpSpPr>
      <p:grpSpPr>
        <a:xfrm>
          <a:off x="0" y="0"/>
          <a:ext cx="0" cy="0"/>
          <a:chOff x="0" y="0"/>
          <a:chExt cx="0" cy="0"/>
        </a:xfrm>
      </p:grpSpPr>
      <p:sp>
        <p:nvSpPr>
          <p:cNvPr id="2730" name="Google Shape;2730;p38"/>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sp>
        <p:nvSpPr>
          <p:cNvPr id="2731" name="Google Shape;2731;p38"/>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32" name="Google Shape;2732;p38"/>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33" name="Google Shape;2733;p38"/>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34" name="Google Shape;2734;p38"/>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35" name="Google Shape;2735;p38"/>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736" name="Google Shape;2736;p38"/>
          <p:cNvGrpSpPr/>
          <p:nvPr/>
        </p:nvGrpSpPr>
        <p:grpSpPr>
          <a:xfrm>
            <a:off x="758922" y="1546566"/>
            <a:ext cx="4246537" cy="4246538"/>
            <a:chOff x="630314" y="1580827"/>
            <a:chExt cx="4833184" cy="4489266"/>
          </a:xfrm>
        </p:grpSpPr>
        <p:sp>
          <p:nvSpPr>
            <p:cNvPr id="2737" name="Google Shape;2737;p38"/>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38" name="Google Shape;2738;p38"/>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2739" name="Google Shape;2739;p38"/>
            <p:cNvGrpSpPr/>
            <p:nvPr/>
          </p:nvGrpSpPr>
          <p:grpSpPr>
            <a:xfrm>
              <a:off x="630314" y="1643269"/>
              <a:ext cx="4833184" cy="4426824"/>
              <a:chOff x="2901073" y="1621694"/>
              <a:chExt cx="4833184" cy="4426824"/>
            </a:xfrm>
          </p:grpSpPr>
          <p:sp>
            <p:nvSpPr>
              <p:cNvPr id="2740" name="Google Shape;2740;p3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41" name="Google Shape;2741;p3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742" name="Google Shape;2742;p38"/>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3" name="Google Shape;2743;p38"/>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4" name="Google Shape;2744;p38"/>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5" name="Google Shape;2745;p38"/>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6" name="Google Shape;2746;p38"/>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7" name="Google Shape;2747;p38"/>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8" name="Google Shape;2748;p38"/>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9" name="Google Shape;2749;p38"/>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0" name="Google Shape;2750;p38"/>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1" name="Google Shape;2751;p38"/>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2" name="Google Shape;2752;p38"/>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3" name="Google Shape;2753;p38"/>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4" name="Google Shape;2754;p38"/>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5" name="Google Shape;2755;p38"/>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6" name="Google Shape;2756;p38"/>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7" name="Google Shape;2757;p38"/>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8" name="Google Shape;2758;p38"/>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59" name="Google Shape;2759;p38"/>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0" name="Google Shape;2760;p38"/>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1" name="Google Shape;2761;p38"/>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2" name="Google Shape;2762;p38"/>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3" name="Google Shape;2763;p38"/>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4" name="Google Shape;2764;p38"/>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5" name="Google Shape;2765;p38"/>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6" name="Google Shape;2766;p38"/>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7" name="Google Shape;2767;p38"/>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8" name="Google Shape;2768;p38"/>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69" name="Google Shape;2769;p38"/>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0" name="Google Shape;2770;p38"/>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1" name="Google Shape;2771;p38"/>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2" name="Google Shape;2772;p38"/>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3" name="Google Shape;2773;p38"/>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74" name="Google Shape;2774;p38"/>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5" name="Google Shape;2775;p38"/>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6" name="Google Shape;2776;p38"/>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7" name="Google Shape;2777;p38"/>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8" name="Google Shape;2778;p38"/>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9" name="Google Shape;2779;p38"/>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0" name="Google Shape;2780;p38"/>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1" name="Google Shape;2781;p38"/>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2" name="Google Shape;2782;p38"/>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3" name="Google Shape;2783;p38"/>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4" name="Google Shape;2784;p38"/>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5" name="Google Shape;2785;p38"/>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6" name="Google Shape;2786;p38"/>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7" name="Google Shape;2787;p38"/>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8" name="Google Shape;2788;p38"/>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9" name="Google Shape;2789;p38"/>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0" name="Google Shape;2790;p38"/>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1" name="Google Shape;2791;p38"/>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2" name="Google Shape;2792;p38"/>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3" name="Google Shape;2793;p38"/>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4" name="Google Shape;2794;p38"/>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5" name="Google Shape;2795;p38"/>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796" name="Google Shape;2796;p38"/>
          <p:cNvSpPr/>
          <p:nvPr/>
        </p:nvSpPr>
        <p:spPr>
          <a:xfrm rot="7849590">
            <a:off x="1063590" y="1883030"/>
            <a:ext cx="1915514" cy="2135806"/>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7" name="Google Shape;2797;p38"/>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solidFill>
            <a:schemeClr val="lt1"/>
          </a:solid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cxnSp>
        <p:nvCxnSpPr>
          <p:cNvPr id="2798" name="Google Shape;2798;p38"/>
          <p:cNvCxnSpPr/>
          <p:nvPr/>
        </p:nvCxnSpPr>
        <p:spPr>
          <a:xfrm>
            <a:off x="4237022" y="5360244"/>
            <a:ext cx="2908048" cy="0"/>
          </a:xfrm>
          <a:prstGeom prst="straightConnector1">
            <a:avLst/>
          </a:prstGeom>
          <a:noFill/>
          <a:ln w="38100" cap="flat" cmpd="sng">
            <a:solidFill>
              <a:schemeClr val="accent3"/>
            </a:solidFill>
            <a:prstDash val="solid"/>
            <a:miter lim="800000"/>
            <a:headEnd type="none" w="sm" len="sm"/>
            <a:tailEnd type="none" w="sm" len="sm"/>
          </a:ln>
        </p:spPr>
      </p:cxnSp>
      <p:grpSp>
        <p:nvGrpSpPr>
          <p:cNvPr id="2799" name="Google Shape;2799;p38"/>
          <p:cNvGrpSpPr/>
          <p:nvPr/>
        </p:nvGrpSpPr>
        <p:grpSpPr>
          <a:xfrm>
            <a:off x="6607154" y="4893124"/>
            <a:ext cx="1005035" cy="934239"/>
            <a:chOff x="630314" y="1580827"/>
            <a:chExt cx="4833184" cy="4489266"/>
          </a:xfrm>
        </p:grpSpPr>
        <p:sp>
          <p:nvSpPr>
            <p:cNvPr id="2800" name="Google Shape;2800;p38"/>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801" name="Google Shape;2801;p38"/>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802" name="Google Shape;2802;p38"/>
            <p:cNvGrpSpPr/>
            <p:nvPr/>
          </p:nvGrpSpPr>
          <p:grpSpPr>
            <a:xfrm>
              <a:off x="630314" y="1643269"/>
              <a:ext cx="4833184" cy="4426824"/>
              <a:chOff x="2901073" y="1621694"/>
              <a:chExt cx="4833184" cy="4426824"/>
            </a:xfrm>
          </p:grpSpPr>
          <p:sp>
            <p:nvSpPr>
              <p:cNvPr id="2803" name="Google Shape;2803;p3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04" name="Google Shape;2804;p3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805" name="Google Shape;2805;p38"/>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6" name="Google Shape;2806;p38"/>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7" name="Google Shape;2807;p38"/>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8" name="Google Shape;2808;p38"/>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9" name="Google Shape;2809;p38"/>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0" name="Google Shape;2810;p38"/>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1" name="Google Shape;2811;p38"/>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2" name="Google Shape;2812;p38"/>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3" name="Google Shape;2813;p38"/>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4" name="Google Shape;2814;p38"/>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5" name="Google Shape;2815;p38"/>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6" name="Google Shape;2816;p38"/>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7" name="Google Shape;2817;p38"/>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8" name="Google Shape;2818;p38"/>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9" name="Google Shape;2819;p38"/>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0" name="Google Shape;2820;p38"/>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1" name="Google Shape;2821;p38"/>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2" name="Google Shape;2822;p38"/>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3" name="Google Shape;2823;p38"/>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4" name="Google Shape;2824;p38"/>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5" name="Google Shape;2825;p38"/>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6" name="Google Shape;2826;p38"/>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7" name="Google Shape;2827;p38"/>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8" name="Google Shape;2828;p38"/>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9" name="Google Shape;2829;p38"/>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0" name="Google Shape;2830;p38"/>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1" name="Google Shape;2831;p38"/>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2" name="Google Shape;2832;p38"/>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3" name="Google Shape;2833;p38"/>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4" name="Google Shape;2834;p38"/>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5" name="Google Shape;2835;p38"/>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6" name="Google Shape;2836;p38"/>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37" name="Google Shape;2837;p38"/>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8" name="Google Shape;2838;p38"/>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9" name="Google Shape;2839;p38"/>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0" name="Google Shape;2840;p38"/>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1" name="Google Shape;2841;p38"/>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2" name="Google Shape;2842;p38"/>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3" name="Google Shape;2843;p38"/>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4" name="Google Shape;2844;p38"/>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5" name="Google Shape;2845;p38"/>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6" name="Google Shape;2846;p38"/>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7" name="Google Shape;2847;p38"/>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8" name="Google Shape;2848;p38"/>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9" name="Google Shape;2849;p38"/>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0" name="Google Shape;2850;p38"/>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1" name="Google Shape;2851;p38"/>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2" name="Google Shape;2852;p38"/>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3" name="Google Shape;2853;p38"/>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4" name="Google Shape;2854;p38"/>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5" name="Google Shape;2855;p38"/>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6" name="Google Shape;2856;p38"/>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7" name="Google Shape;2857;p38"/>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8" name="Google Shape;2858;p38"/>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859" name="Google Shape;2859;p38"/>
          <p:cNvSpPr/>
          <p:nvPr/>
        </p:nvSpPr>
        <p:spPr>
          <a:xfrm>
            <a:off x="-128451" y="-163286"/>
            <a:ext cx="12436992" cy="6485872"/>
          </a:xfrm>
          <a:prstGeom prst="rect">
            <a:avLst/>
          </a:prstGeom>
          <a:solidFill>
            <a:schemeClr val="dk2">
              <a:alpha val="66666"/>
            </a:schemeClr>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860" name="Google Shape;2860;p38"/>
          <p:cNvCxnSpPr/>
          <p:nvPr/>
        </p:nvCxnSpPr>
        <p:spPr>
          <a:xfrm>
            <a:off x="5005458" y="4328336"/>
            <a:ext cx="1438933" cy="0"/>
          </a:xfrm>
          <a:prstGeom prst="straightConnector1">
            <a:avLst/>
          </a:prstGeom>
          <a:noFill/>
          <a:ln w="38100" cap="flat" cmpd="sng">
            <a:solidFill>
              <a:schemeClr val="accent3"/>
            </a:solidFill>
            <a:prstDash val="solid"/>
            <a:miter lim="800000"/>
            <a:headEnd type="none" w="sm" len="sm"/>
            <a:tailEnd type="none" w="sm" len="sm"/>
          </a:ln>
        </p:spPr>
      </p:cxnSp>
      <p:cxnSp>
        <p:nvCxnSpPr>
          <p:cNvPr id="2861" name="Google Shape;2861;p38"/>
          <p:cNvCxnSpPr/>
          <p:nvPr/>
        </p:nvCxnSpPr>
        <p:spPr>
          <a:xfrm>
            <a:off x="4879818" y="3079854"/>
            <a:ext cx="1564574" cy="0"/>
          </a:xfrm>
          <a:prstGeom prst="straightConnector1">
            <a:avLst/>
          </a:prstGeom>
          <a:noFill/>
          <a:ln w="38100" cap="flat" cmpd="sng">
            <a:solidFill>
              <a:schemeClr val="accent3"/>
            </a:solidFill>
            <a:prstDash val="solid"/>
            <a:miter lim="800000"/>
            <a:headEnd type="none" w="sm" len="sm"/>
            <a:tailEnd type="none" w="sm" len="sm"/>
          </a:ln>
        </p:spPr>
      </p:cxnSp>
      <p:sp>
        <p:nvSpPr>
          <p:cNvPr id="2862" name="Google Shape;2862;p38"/>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solidFill>
            <a:schemeClr val="lt1"/>
          </a:solid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2863" name="Google Shape;2863;p38"/>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solidFill>
            <a:schemeClr val="lt1"/>
          </a:solid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grpSp>
        <p:nvGrpSpPr>
          <p:cNvPr id="2864" name="Google Shape;2864;p38"/>
          <p:cNvGrpSpPr/>
          <p:nvPr/>
        </p:nvGrpSpPr>
        <p:grpSpPr>
          <a:xfrm>
            <a:off x="5906476" y="2608004"/>
            <a:ext cx="1005035" cy="934239"/>
            <a:chOff x="630314" y="1580827"/>
            <a:chExt cx="4833184" cy="4489266"/>
          </a:xfrm>
        </p:grpSpPr>
        <p:sp>
          <p:nvSpPr>
            <p:cNvPr id="2865" name="Google Shape;2865;p38"/>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866" name="Google Shape;2866;p38"/>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867" name="Google Shape;2867;p38"/>
            <p:cNvGrpSpPr/>
            <p:nvPr/>
          </p:nvGrpSpPr>
          <p:grpSpPr>
            <a:xfrm>
              <a:off x="630314" y="1643269"/>
              <a:ext cx="4833184" cy="4426824"/>
              <a:chOff x="2901073" y="1621694"/>
              <a:chExt cx="4833184" cy="4426824"/>
            </a:xfrm>
          </p:grpSpPr>
          <p:sp>
            <p:nvSpPr>
              <p:cNvPr id="2868" name="Google Shape;2868;p3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69" name="Google Shape;2869;p3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870" name="Google Shape;2870;p38"/>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1" name="Google Shape;2871;p38"/>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2" name="Google Shape;2872;p38"/>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3" name="Google Shape;2873;p38"/>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4" name="Google Shape;2874;p38"/>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5" name="Google Shape;2875;p38"/>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6" name="Google Shape;2876;p38"/>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7" name="Google Shape;2877;p38"/>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8" name="Google Shape;2878;p38"/>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9" name="Google Shape;2879;p38"/>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0" name="Google Shape;2880;p38"/>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1" name="Google Shape;2881;p38"/>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2" name="Google Shape;2882;p38"/>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3" name="Google Shape;2883;p38"/>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4" name="Google Shape;2884;p38"/>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5" name="Google Shape;2885;p38"/>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6" name="Google Shape;2886;p38"/>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87" name="Google Shape;2887;p38"/>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88" name="Google Shape;2888;p38"/>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89" name="Google Shape;2889;p38"/>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0" name="Google Shape;2890;p38"/>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1" name="Google Shape;2891;p38"/>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2" name="Google Shape;2892;p38"/>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3" name="Google Shape;2893;p38"/>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4" name="Google Shape;2894;p38"/>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5" name="Google Shape;2895;p38"/>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6" name="Google Shape;2896;p38"/>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7" name="Google Shape;2897;p38"/>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8" name="Google Shape;2898;p38"/>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99" name="Google Shape;2899;p38"/>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00" name="Google Shape;2900;p38"/>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01" name="Google Shape;2901;p38"/>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02" name="Google Shape;2902;p38"/>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3" name="Google Shape;2903;p38"/>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4" name="Google Shape;2904;p38"/>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5" name="Google Shape;2905;p38"/>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6" name="Google Shape;2906;p38"/>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7" name="Google Shape;2907;p38"/>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8" name="Google Shape;2908;p38"/>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9" name="Google Shape;2909;p38"/>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0" name="Google Shape;2910;p38"/>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1" name="Google Shape;2911;p38"/>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2" name="Google Shape;2912;p38"/>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3" name="Google Shape;2913;p38"/>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4" name="Google Shape;2914;p38"/>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5" name="Google Shape;2915;p38"/>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6" name="Google Shape;2916;p38"/>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7" name="Google Shape;2917;p38"/>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8" name="Google Shape;2918;p38"/>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9" name="Google Shape;2919;p38"/>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0" name="Google Shape;2920;p38"/>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1" name="Google Shape;2921;p38"/>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2" name="Google Shape;2922;p38"/>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3" name="Google Shape;2923;p38"/>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924" name="Google Shape;2924;p38"/>
          <p:cNvGrpSpPr/>
          <p:nvPr/>
        </p:nvGrpSpPr>
        <p:grpSpPr>
          <a:xfrm>
            <a:off x="5906476" y="3846582"/>
            <a:ext cx="1005035" cy="934239"/>
            <a:chOff x="630314" y="1580827"/>
            <a:chExt cx="4833184" cy="4489266"/>
          </a:xfrm>
        </p:grpSpPr>
        <p:sp>
          <p:nvSpPr>
            <p:cNvPr id="2925" name="Google Shape;2925;p38"/>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26" name="Google Shape;2926;p38"/>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2927" name="Google Shape;2927;p38"/>
            <p:cNvGrpSpPr/>
            <p:nvPr/>
          </p:nvGrpSpPr>
          <p:grpSpPr>
            <a:xfrm>
              <a:off x="630314" y="1643269"/>
              <a:ext cx="4833184" cy="4426824"/>
              <a:chOff x="2901073" y="1621694"/>
              <a:chExt cx="4833184" cy="4426824"/>
            </a:xfrm>
          </p:grpSpPr>
          <p:sp>
            <p:nvSpPr>
              <p:cNvPr id="2928" name="Google Shape;2928;p38"/>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29" name="Google Shape;2929;p38"/>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930" name="Google Shape;2930;p38"/>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1" name="Google Shape;2931;p38"/>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2" name="Google Shape;2932;p38"/>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3" name="Google Shape;2933;p38"/>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4" name="Google Shape;2934;p38"/>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5" name="Google Shape;2935;p38"/>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6" name="Google Shape;2936;p38"/>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7" name="Google Shape;2937;p38"/>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8" name="Google Shape;2938;p38"/>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9" name="Google Shape;2939;p38"/>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0" name="Google Shape;2940;p38"/>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1" name="Google Shape;2941;p38"/>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2" name="Google Shape;2942;p38"/>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3" name="Google Shape;2943;p38"/>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4" name="Google Shape;2944;p38"/>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5" name="Google Shape;2945;p38"/>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6" name="Google Shape;2946;p38"/>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47" name="Google Shape;2947;p38"/>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48" name="Google Shape;2948;p38"/>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49" name="Google Shape;2949;p38"/>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0" name="Google Shape;2950;p38"/>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1" name="Google Shape;2951;p38"/>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2" name="Google Shape;2952;p38"/>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3" name="Google Shape;2953;p38"/>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4" name="Google Shape;2954;p38"/>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5" name="Google Shape;2955;p38"/>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6" name="Google Shape;2956;p38"/>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7" name="Google Shape;2957;p38"/>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8" name="Google Shape;2958;p38"/>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59" name="Google Shape;2959;p38"/>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60" name="Google Shape;2960;p38"/>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61" name="Google Shape;2961;p38"/>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62" name="Google Shape;2962;p38"/>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3" name="Google Shape;2963;p38"/>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4" name="Google Shape;2964;p38"/>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5" name="Google Shape;2965;p38"/>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6" name="Google Shape;2966;p38"/>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7" name="Google Shape;2967;p38"/>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8" name="Google Shape;2968;p38"/>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9" name="Google Shape;2969;p38"/>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0" name="Google Shape;2970;p38"/>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1" name="Google Shape;2971;p38"/>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2" name="Google Shape;2972;p38"/>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3" name="Google Shape;2973;p38"/>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4" name="Google Shape;2974;p38"/>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5" name="Google Shape;2975;p38"/>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6" name="Google Shape;2976;p38"/>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7" name="Google Shape;2977;p38"/>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8" name="Google Shape;2978;p38"/>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9" name="Google Shape;2979;p38"/>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0" name="Google Shape;2980;p38"/>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1" name="Google Shape;2981;p38"/>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2" name="Google Shape;2982;p38"/>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3" name="Google Shape;2983;p38"/>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2988" name="Google Shape;2988;p39"/>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Enter JIRA</a:t>
            </a:r>
            <a:endParaRPr/>
          </a:p>
        </p:txBody>
      </p:sp>
      <p:grpSp>
        <p:nvGrpSpPr>
          <p:cNvPr id="2989" name="Google Shape;2989;p39"/>
          <p:cNvGrpSpPr/>
          <p:nvPr/>
        </p:nvGrpSpPr>
        <p:grpSpPr>
          <a:xfrm>
            <a:off x="954112" y="1657267"/>
            <a:ext cx="4356255" cy="4416961"/>
            <a:chOff x="2106513" y="0"/>
            <a:chExt cx="4356255" cy="4416961"/>
          </a:xfrm>
        </p:grpSpPr>
        <p:sp>
          <p:nvSpPr>
            <p:cNvPr id="2990" name="Google Shape;2990;p39"/>
            <p:cNvSpPr/>
            <p:nvPr/>
          </p:nvSpPr>
          <p:spPr>
            <a:xfrm>
              <a:off x="2106513" y="0"/>
              <a:ext cx="4356255" cy="1104240"/>
            </a:xfrm>
            <a:prstGeom prst="roundRect">
              <a:avLst>
                <a:gd name="adj" fmla="val 10000"/>
              </a:avLst>
            </a:prstGeom>
            <a:solidFill>
              <a:srgbClr val="3B536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9"/>
            <p:cNvSpPr txBox="1"/>
            <p:nvPr/>
          </p:nvSpPr>
          <p:spPr>
            <a:xfrm>
              <a:off x="2138855" y="32342"/>
              <a:ext cx="4291571" cy="1039556"/>
            </a:xfrm>
            <a:prstGeom prst="rect">
              <a:avLst/>
            </a:prstGeom>
            <a:noFill/>
            <a:ln>
              <a:noFill/>
            </a:ln>
          </p:spPr>
          <p:txBody>
            <a:bodyPr spcFirstLastPara="1" wrap="square" lIns="140950" tIns="140950" rIns="140950" bIns="140950" anchor="ctr" anchorCtr="0">
              <a:noAutofit/>
            </a:bodyPr>
            <a:lstStyle/>
            <a:p>
              <a:pPr marL="0" marR="0" lvl="0" indent="0" algn="ctr" rtl="0">
                <a:lnSpc>
                  <a:spcPct val="90000"/>
                </a:lnSpc>
                <a:spcBef>
                  <a:spcPts val="0"/>
                </a:spcBef>
                <a:spcAft>
                  <a:spcPts val="0"/>
                </a:spcAft>
                <a:buNone/>
              </a:pPr>
              <a:r>
                <a:rPr lang="en-US" sz="3700" b="1">
                  <a:solidFill>
                    <a:schemeClr val="lt1"/>
                  </a:solidFill>
                  <a:latin typeface="Calibri"/>
                  <a:ea typeface="Calibri"/>
                  <a:cs typeface="Calibri"/>
                  <a:sym typeface="Calibri"/>
                </a:rPr>
                <a:t>BACKLOG (TO DO)</a:t>
              </a:r>
              <a:endParaRPr/>
            </a:p>
          </p:txBody>
        </p:sp>
        <p:sp>
          <p:nvSpPr>
            <p:cNvPr id="2992" name="Google Shape;2992;p39"/>
            <p:cNvSpPr/>
            <p:nvPr/>
          </p:nvSpPr>
          <p:spPr>
            <a:xfrm rot="5400000">
              <a:off x="4077595" y="1131846"/>
              <a:ext cx="414090" cy="496908"/>
            </a:xfrm>
            <a:prstGeom prst="rightArrow">
              <a:avLst>
                <a:gd name="adj1" fmla="val 60000"/>
                <a:gd name="adj2" fmla="val 5000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9"/>
            <p:cNvSpPr txBox="1"/>
            <p:nvPr/>
          </p:nvSpPr>
          <p:spPr>
            <a:xfrm>
              <a:off x="4135569" y="1173255"/>
              <a:ext cx="298144" cy="28986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2000">
                <a:solidFill>
                  <a:schemeClr val="lt1"/>
                </a:solidFill>
                <a:latin typeface="Calibri"/>
                <a:ea typeface="Calibri"/>
                <a:cs typeface="Calibri"/>
                <a:sym typeface="Calibri"/>
              </a:endParaRPr>
            </a:p>
          </p:txBody>
        </p:sp>
        <p:sp>
          <p:nvSpPr>
            <p:cNvPr id="2994" name="Google Shape;2994;p39"/>
            <p:cNvSpPr/>
            <p:nvPr/>
          </p:nvSpPr>
          <p:spPr>
            <a:xfrm>
              <a:off x="2106513" y="1656360"/>
              <a:ext cx="4356255" cy="1104240"/>
            </a:xfrm>
            <a:prstGeom prst="roundRect">
              <a:avLst>
                <a:gd name="adj" fmla="val 10000"/>
              </a:avLst>
            </a:prstGeom>
            <a:solidFill>
              <a:srgbClr val="FFD35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9"/>
            <p:cNvSpPr txBox="1"/>
            <p:nvPr/>
          </p:nvSpPr>
          <p:spPr>
            <a:xfrm>
              <a:off x="2138855" y="1688702"/>
              <a:ext cx="4291571" cy="1039556"/>
            </a:xfrm>
            <a:prstGeom prst="rect">
              <a:avLst/>
            </a:prstGeom>
            <a:noFill/>
            <a:ln>
              <a:noFill/>
            </a:ln>
          </p:spPr>
          <p:txBody>
            <a:bodyPr spcFirstLastPara="1" wrap="square" lIns="137150" tIns="137150" rIns="137150" bIns="137150" anchor="ctr" anchorCtr="0">
              <a:noAutofit/>
            </a:bodyPr>
            <a:lstStyle/>
            <a:p>
              <a:pPr marL="0" marR="0" lvl="0" indent="0" algn="ctr" rtl="0">
                <a:lnSpc>
                  <a:spcPct val="90000"/>
                </a:lnSpc>
                <a:spcBef>
                  <a:spcPts val="0"/>
                </a:spcBef>
                <a:spcAft>
                  <a:spcPts val="0"/>
                </a:spcAft>
                <a:buNone/>
              </a:pPr>
              <a:r>
                <a:rPr lang="en-US" sz="3600" b="1">
                  <a:solidFill>
                    <a:schemeClr val="dk1"/>
                  </a:solidFill>
                  <a:latin typeface="Calibri"/>
                  <a:ea typeface="Calibri"/>
                  <a:cs typeface="Calibri"/>
                  <a:sym typeface="Calibri"/>
                </a:rPr>
                <a:t>IN PROGRESS</a:t>
              </a:r>
              <a:endParaRPr/>
            </a:p>
          </p:txBody>
        </p:sp>
        <p:sp>
          <p:nvSpPr>
            <p:cNvPr id="2996" name="Google Shape;2996;p39"/>
            <p:cNvSpPr/>
            <p:nvPr/>
          </p:nvSpPr>
          <p:spPr>
            <a:xfrm rot="5400000">
              <a:off x="4077595" y="2788207"/>
              <a:ext cx="414090" cy="496908"/>
            </a:xfrm>
            <a:prstGeom prst="rightArrow">
              <a:avLst>
                <a:gd name="adj1" fmla="val 60000"/>
                <a:gd name="adj2" fmla="val 5000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9"/>
            <p:cNvSpPr txBox="1"/>
            <p:nvPr/>
          </p:nvSpPr>
          <p:spPr>
            <a:xfrm>
              <a:off x="4135569" y="2829616"/>
              <a:ext cx="298144" cy="28986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2000">
                <a:solidFill>
                  <a:schemeClr val="lt1"/>
                </a:solidFill>
                <a:latin typeface="Calibri"/>
                <a:ea typeface="Calibri"/>
                <a:cs typeface="Calibri"/>
                <a:sym typeface="Calibri"/>
              </a:endParaRPr>
            </a:p>
          </p:txBody>
        </p:sp>
        <p:sp>
          <p:nvSpPr>
            <p:cNvPr id="2998" name="Google Shape;2998;p39"/>
            <p:cNvSpPr/>
            <p:nvPr/>
          </p:nvSpPr>
          <p:spPr>
            <a:xfrm>
              <a:off x="2106513" y="3312721"/>
              <a:ext cx="4356255" cy="1104240"/>
            </a:xfrm>
            <a:prstGeom prst="roundRect">
              <a:avLst>
                <a:gd name="adj" fmla="val 10000"/>
              </a:avLst>
            </a:prstGeom>
            <a:solidFill>
              <a:srgbClr val="13892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9"/>
            <p:cNvSpPr txBox="1"/>
            <p:nvPr/>
          </p:nvSpPr>
          <p:spPr>
            <a:xfrm>
              <a:off x="2138855" y="3345063"/>
              <a:ext cx="4291571" cy="1039556"/>
            </a:xfrm>
            <a:prstGeom prst="rect">
              <a:avLst/>
            </a:prstGeom>
            <a:noFill/>
            <a:ln>
              <a:noFill/>
            </a:ln>
          </p:spPr>
          <p:txBody>
            <a:bodyPr spcFirstLastPara="1" wrap="square" lIns="137150" tIns="137150" rIns="137150" bIns="137150" anchor="ctr" anchorCtr="0">
              <a:noAutofit/>
            </a:bodyPr>
            <a:lstStyle/>
            <a:p>
              <a:pPr marL="0" marR="0" lvl="0" indent="0" algn="ctr" rtl="0">
                <a:lnSpc>
                  <a:spcPct val="90000"/>
                </a:lnSpc>
                <a:spcBef>
                  <a:spcPts val="0"/>
                </a:spcBef>
                <a:spcAft>
                  <a:spcPts val="0"/>
                </a:spcAft>
                <a:buNone/>
              </a:pPr>
              <a:r>
                <a:rPr lang="en-US" sz="3600" b="1">
                  <a:solidFill>
                    <a:schemeClr val="lt1"/>
                  </a:solidFill>
                  <a:latin typeface="Calibri"/>
                  <a:ea typeface="Calibri"/>
                  <a:cs typeface="Calibri"/>
                  <a:sym typeface="Calibri"/>
                </a:rPr>
                <a:t>DONE</a:t>
              </a:r>
              <a:endParaRPr/>
            </a:p>
          </p:txBody>
        </p:sp>
      </p:grpSp>
      <p:sp>
        <p:nvSpPr>
          <p:cNvPr id="3000" name="Google Shape;3000;p39"/>
          <p:cNvSpPr/>
          <p:nvPr/>
        </p:nvSpPr>
        <p:spPr>
          <a:xfrm>
            <a:off x="5412055" y="2080027"/>
            <a:ext cx="2977242" cy="306907"/>
          </a:xfrm>
          <a:prstGeom prst="leftArrow">
            <a:avLst>
              <a:gd name="adj1" fmla="val 50000"/>
              <a:gd name="adj2" fmla="val 50000"/>
            </a:avLst>
          </a:prstGeom>
          <a:solidFill>
            <a:srgbClr val="CC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1" name="Google Shape;3001;p39"/>
          <p:cNvSpPr/>
          <p:nvPr/>
        </p:nvSpPr>
        <p:spPr>
          <a:xfrm>
            <a:off x="8389297" y="1924228"/>
            <a:ext cx="1505817" cy="618507"/>
          </a:xfrm>
          <a:prstGeom prst="roundRect">
            <a:avLst>
              <a:gd name="adj" fmla="val 16667"/>
            </a:avLst>
          </a:prstGeom>
          <a:solidFill>
            <a:srgbClr val="333333"/>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700" b="1">
                <a:solidFill>
                  <a:srgbClr val="FFFFFF"/>
                </a:solidFill>
                <a:latin typeface="Calibri"/>
                <a:ea typeface="Calibri"/>
                <a:cs typeface="Calibri"/>
                <a:sym typeface="Calibri"/>
              </a:rPr>
              <a:t>All</a:t>
            </a:r>
            <a:endParaRPr/>
          </a:p>
        </p:txBody>
      </p:sp>
      <p:sp>
        <p:nvSpPr>
          <p:cNvPr id="3002" name="Google Shape;3002;p39"/>
          <p:cNvSpPr/>
          <p:nvPr/>
        </p:nvSpPr>
        <p:spPr>
          <a:xfrm>
            <a:off x="5412055" y="3684709"/>
            <a:ext cx="2977242" cy="306907"/>
          </a:xfrm>
          <a:prstGeom prst="leftArrow">
            <a:avLst>
              <a:gd name="adj1" fmla="val 50000"/>
              <a:gd name="adj2" fmla="val 50000"/>
            </a:avLst>
          </a:prstGeom>
          <a:solidFill>
            <a:srgbClr val="CC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3" name="Google Shape;3003;p39"/>
          <p:cNvSpPr/>
          <p:nvPr/>
        </p:nvSpPr>
        <p:spPr>
          <a:xfrm>
            <a:off x="8389297" y="3528910"/>
            <a:ext cx="1505817" cy="618507"/>
          </a:xfrm>
          <a:prstGeom prst="roundRect">
            <a:avLst>
              <a:gd name="adj" fmla="val 16667"/>
            </a:avLst>
          </a:prstGeom>
          <a:solidFill>
            <a:srgbClr val="333333"/>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700" b="1">
                <a:solidFill>
                  <a:srgbClr val="FFFFFF"/>
                </a:solidFill>
                <a:latin typeface="Calibri"/>
                <a:ea typeface="Calibri"/>
                <a:cs typeface="Calibri"/>
                <a:sym typeface="Calibri"/>
              </a:rPr>
              <a:t>All</a:t>
            </a:r>
            <a:endParaRPr/>
          </a:p>
        </p:txBody>
      </p:sp>
      <p:sp>
        <p:nvSpPr>
          <p:cNvPr id="3004" name="Google Shape;3004;p39"/>
          <p:cNvSpPr/>
          <p:nvPr/>
        </p:nvSpPr>
        <p:spPr>
          <a:xfrm>
            <a:off x="5412055" y="5291737"/>
            <a:ext cx="2977242" cy="306907"/>
          </a:xfrm>
          <a:prstGeom prst="leftArrow">
            <a:avLst>
              <a:gd name="adj1" fmla="val 50000"/>
              <a:gd name="adj2" fmla="val 50000"/>
            </a:avLst>
          </a:prstGeom>
          <a:solidFill>
            <a:srgbClr val="CCCC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5" name="Google Shape;3005;p39"/>
          <p:cNvSpPr/>
          <p:nvPr/>
        </p:nvSpPr>
        <p:spPr>
          <a:xfrm>
            <a:off x="8389297" y="5135938"/>
            <a:ext cx="1505817" cy="618507"/>
          </a:xfrm>
          <a:prstGeom prst="roundRect">
            <a:avLst>
              <a:gd name="adj" fmla="val 16667"/>
            </a:avLst>
          </a:prstGeom>
          <a:solidFill>
            <a:srgbClr val="333333"/>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700" b="1">
                <a:solidFill>
                  <a:srgbClr val="FFFFFF"/>
                </a:solidFill>
                <a:latin typeface="Calibri"/>
                <a:ea typeface="Calibri"/>
                <a:cs typeface="Calibri"/>
                <a:sym typeface="Calibri"/>
              </a:rPr>
              <a:t>All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88"/>
                                        </p:tgtEl>
                                        <p:attrNameLst>
                                          <p:attrName>style.visibility</p:attrName>
                                        </p:attrNameLst>
                                      </p:cBhvr>
                                      <p:to>
                                        <p:strVal val="visible"/>
                                      </p:to>
                                    </p:set>
                                    <p:animEffect transition="in" filter="fade">
                                      <p:cBhvr>
                                        <p:cTn id="7" dur="500"/>
                                        <p:tgtEl>
                                          <p:spTgt spid="298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00"/>
                                        </p:tgtEl>
                                        <p:attrNameLst>
                                          <p:attrName>style.visibility</p:attrName>
                                        </p:attrNameLst>
                                      </p:cBhvr>
                                      <p:to>
                                        <p:strVal val="visible"/>
                                      </p:to>
                                    </p:set>
                                    <p:animEffect transition="in" filter="fade">
                                      <p:cBhvr>
                                        <p:cTn id="11" dur="250"/>
                                        <p:tgtEl>
                                          <p:spTgt spid="3000"/>
                                        </p:tgtEl>
                                      </p:cBhvr>
                                    </p:animEffect>
                                  </p:childTnLst>
                                </p:cTn>
                              </p:par>
                              <p:par>
                                <p:cTn id="12" presetID="10" presetClass="entr" presetSubtype="0" fill="hold" nodeType="withEffect">
                                  <p:stCondLst>
                                    <p:cond delay="0"/>
                                  </p:stCondLst>
                                  <p:childTnLst>
                                    <p:set>
                                      <p:cBhvr>
                                        <p:cTn id="13" dur="1" fill="hold">
                                          <p:stCondLst>
                                            <p:cond delay="0"/>
                                          </p:stCondLst>
                                        </p:cTn>
                                        <p:tgtEl>
                                          <p:spTgt spid="3001"/>
                                        </p:tgtEl>
                                        <p:attrNameLst>
                                          <p:attrName>style.visibility</p:attrName>
                                        </p:attrNameLst>
                                      </p:cBhvr>
                                      <p:to>
                                        <p:strVal val="visible"/>
                                      </p:to>
                                    </p:set>
                                    <p:animEffect transition="in" filter="fade">
                                      <p:cBhvr>
                                        <p:cTn id="14" dur="250"/>
                                        <p:tgtEl>
                                          <p:spTgt spid="3001"/>
                                        </p:tgtEl>
                                      </p:cBhvr>
                                    </p:animEffect>
                                  </p:childTnLst>
                                </p:cTn>
                              </p:par>
                              <p:par>
                                <p:cTn id="15" presetID="10" presetClass="entr" presetSubtype="0" fill="hold" nodeType="withEffect">
                                  <p:stCondLst>
                                    <p:cond delay="0"/>
                                  </p:stCondLst>
                                  <p:childTnLst>
                                    <p:set>
                                      <p:cBhvr>
                                        <p:cTn id="16" dur="1" fill="hold">
                                          <p:stCondLst>
                                            <p:cond delay="0"/>
                                          </p:stCondLst>
                                        </p:cTn>
                                        <p:tgtEl>
                                          <p:spTgt spid="3002"/>
                                        </p:tgtEl>
                                        <p:attrNameLst>
                                          <p:attrName>style.visibility</p:attrName>
                                        </p:attrNameLst>
                                      </p:cBhvr>
                                      <p:to>
                                        <p:strVal val="visible"/>
                                      </p:to>
                                    </p:set>
                                    <p:animEffect transition="in" filter="fade">
                                      <p:cBhvr>
                                        <p:cTn id="17" dur="250"/>
                                        <p:tgtEl>
                                          <p:spTgt spid="3002"/>
                                        </p:tgtEl>
                                      </p:cBhvr>
                                    </p:animEffect>
                                  </p:childTnLst>
                                </p:cTn>
                              </p:par>
                              <p:par>
                                <p:cTn id="18" presetID="10" presetClass="entr" presetSubtype="0" fill="hold" nodeType="withEffect">
                                  <p:stCondLst>
                                    <p:cond delay="0"/>
                                  </p:stCondLst>
                                  <p:childTnLst>
                                    <p:set>
                                      <p:cBhvr>
                                        <p:cTn id="19" dur="1" fill="hold">
                                          <p:stCondLst>
                                            <p:cond delay="0"/>
                                          </p:stCondLst>
                                        </p:cTn>
                                        <p:tgtEl>
                                          <p:spTgt spid="3003"/>
                                        </p:tgtEl>
                                        <p:attrNameLst>
                                          <p:attrName>style.visibility</p:attrName>
                                        </p:attrNameLst>
                                      </p:cBhvr>
                                      <p:to>
                                        <p:strVal val="visible"/>
                                      </p:to>
                                    </p:set>
                                    <p:animEffect transition="in" filter="fade">
                                      <p:cBhvr>
                                        <p:cTn id="20" dur="250"/>
                                        <p:tgtEl>
                                          <p:spTgt spid="3003"/>
                                        </p:tgtEl>
                                      </p:cBhvr>
                                    </p:animEffect>
                                  </p:childTnLst>
                                </p:cTn>
                              </p:par>
                              <p:par>
                                <p:cTn id="21" presetID="10" presetClass="entr" presetSubtype="0" fill="hold" nodeType="withEffect">
                                  <p:stCondLst>
                                    <p:cond delay="0"/>
                                  </p:stCondLst>
                                  <p:childTnLst>
                                    <p:set>
                                      <p:cBhvr>
                                        <p:cTn id="22" dur="1" fill="hold">
                                          <p:stCondLst>
                                            <p:cond delay="0"/>
                                          </p:stCondLst>
                                        </p:cTn>
                                        <p:tgtEl>
                                          <p:spTgt spid="3004"/>
                                        </p:tgtEl>
                                        <p:attrNameLst>
                                          <p:attrName>style.visibility</p:attrName>
                                        </p:attrNameLst>
                                      </p:cBhvr>
                                      <p:to>
                                        <p:strVal val="visible"/>
                                      </p:to>
                                    </p:set>
                                    <p:animEffect transition="in" filter="fade">
                                      <p:cBhvr>
                                        <p:cTn id="23" dur="250"/>
                                        <p:tgtEl>
                                          <p:spTgt spid="3004"/>
                                        </p:tgtEl>
                                      </p:cBhvr>
                                    </p:animEffect>
                                  </p:childTnLst>
                                </p:cTn>
                              </p:par>
                              <p:par>
                                <p:cTn id="24" presetID="10" presetClass="entr" presetSubtype="0" fill="hold" nodeType="withEffect">
                                  <p:stCondLst>
                                    <p:cond delay="0"/>
                                  </p:stCondLst>
                                  <p:childTnLst>
                                    <p:set>
                                      <p:cBhvr>
                                        <p:cTn id="25" dur="1" fill="hold">
                                          <p:stCondLst>
                                            <p:cond delay="0"/>
                                          </p:stCondLst>
                                        </p:cTn>
                                        <p:tgtEl>
                                          <p:spTgt spid="3005"/>
                                        </p:tgtEl>
                                        <p:attrNameLst>
                                          <p:attrName>style.visibility</p:attrName>
                                        </p:attrNameLst>
                                      </p:cBhvr>
                                      <p:to>
                                        <p:strVal val="visible"/>
                                      </p:to>
                                    </p:set>
                                    <p:animEffect transition="in" filter="fade">
                                      <p:cBhvr>
                                        <p:cTn id="26" dur="250"/>
                                        <p:tgtEl>
                                          <p:spTgt spid="3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9"/>
        <p:cNvGrpSpPr/>
        <p:nvPr/>
      </p:nvGrpSpPr>
      <p:grpSpPr>
        <a:xfrm>
          <a:off x="0" y="0"/>
          <a:ext cx="0" cy="0"/>
          <a:chOff x="0" y="0"/>
          <a:chExt cx="0" cy="0"/>
        </a:xfrm>
      </p:grpSpPr>
      <p:sp>
        <p:nvSpPr>
          <p:cNvPr id="3010" name="Google Shape;3010;p40"/>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Keeping it All Organized</a:t>
            </a:r>
            <a:endParaRPr/>
          </a:p>
        </p:txBody>
      </p:sp>
      <p:pic>
        <p:nvPicPr>
          <p:cNvPr id="3011" name="Google Shape;3011;p40"/>
          <p:cNvPicPr preferRelativeResize="0"/>
          <p:nvPr/>
        </p:nvPicPr>
        <p:blipFill rotWithShape="1">
          <a:blip r:embed="rId3">
            <a:alphaModFix/>
          </a:blip>
          <a:srcRect l="19926" t="28633" r="535" b="4377"/>
          <a:stretch/>
        </p:blipFill>
        <p:spPr>
          <a:xfrm>
            <a:off x="838200" y="1378887"/>
            <a:ext cx="10059800" cy="476588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5"/>
        <p:cNvGrpSpPr/>
        <p:nvPr/>
      </p:nvGrpSpPr>
      <p:grpSpPr>
        <a:xfrm>
          <a:off x="0" y="0"/>
          <a:ext cx="0" cy="0"/>
          <a:chOff x="0" y="0"/>
          <a:chExt cx="0" cy="0"/>
        </a:xfrm>
      </p:grpSpPr>
      <p:sp>
        <p:nvSpPr>
          <p:cNvPr id="3016" name="Google Shape;3016;p41"/>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and Why We Use Confluence</a:t>
            </a:r>
            <a:endParaRPr/>
          </a:p>
        </p:txBody>
      </p:sp>
      <p:sp>
        <p:nvSpPr>
          <p:cNvPr id="3017" name="Google Shape;3017;p41"/>
          <p:cNvSpPr txBox="1"/>
          <p:nvPr/>
        </p:nvSpPr>
        <p:spPr>
          <a:xfrm>
            <a:off x="904874" y="2933172"/>
            <a:ext cx="4683126" cy="280672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600">
                <a:solidFill>
                  <a:srgbClr val="888888"/>
                </a:solidFill>
                <a:latin typeface="Calibri"/>
                <a:ea typeface="Calibri"/>
                <a:cs typeface="Calibri"/>
                <a:sym typeface="Calibri"/>
              </a:rPr>
              <a:t>Content Planning</a:t>
            </a:r>
            <a:endParaRPr/>
          </a:p>
          <a:p>
            <a:pPr marL="0" marR="0" lvl="0" indent="0" algn="l" rtl="0">
              <a:spcBef>
                <a:spcPts val="0"/>
              </a:spcBef>
              <a:spcAft>
                <a:spcPts val="0"/>
              </a:spcAft>
              <a:buNone/>
            </a:pPr>
            <a:r>
              <a:rPr lang="en-US" sz="3600">
                <a:solidFill>
                  <a:srgbClr val="888888"/>
                </a:solidFill>
                <a:latin typeface="Calibri"/>
                <a:ea typeface="Calibri"/>
                <a:cs typeface="Calibri"/>
                <a:sym typeface="Calibri"/>
              </a:rPr>
              <a:t>Organization</a:t>
            </a:r>
            <a:endParaRPr/>
          </a:p>
          <a:p>
            <a:pPr marL="0" marR="0" lvl="0" indent="0" algn="l" rtl="0">
              <a:spcBef>
                <a:spcPts val="0"/>
              </a:spcBef>
              <a:spcAft>
                <a:spcPts val="0"/>
              </a:spcAft>
              <a:buNone/>
            </a:pPr>
            <a:r>
              <a:rPr lang="en-US" sz="3600">
                <a:solidFill>
                  <a:srgbClr val="888888"/>
                </a:solidFill>
                <a:latin typeface="Calibri"/>
                <a:ea typeface="Calibri"/>
                <a:cs typeface="Calibri"/>
                <a:sym typeface="Calibri"/>
              </a:rPr>
              <a:t>Historical Data</a:t>
            </a:r>
            <a:endParaRPr sz="3600">
              <a:solidFill>
                <a:srgbClr val="888888"/>
              </a:solidFill>
              <a:latin typeface="Calibri"/>
              <a:ea typeface="Calibri"/>
              <a:cs typeface="Calibri"/>
              <a:sym typeface="Calibri"/>
            </a:endParaRPr>
          </a:p>
        </p:txBody>
      </p:sp>
      <p:pic>
        <p:nvPicPr>
          <p:cNvPr id="3018" name="Google Shape;3018;p41"/>
          <p:cNvPicPr preferRelativeResize="0"/>
          <p:nvPr/>
        </p:nvPicPr>
        <p:blipFill rotWithShape="1">
          <a:blip r:embed="rId3">
            <a:alphaModFix/>
          </a:blip>
          <a:srcRect/>
          <a:stretch/>
        </p:blipFill>
        <p:spPr>
          <a:xfrm>
            <a:off x="5352936" y="1648569"/>
            <a:ext cx="5886564" cy="4467751"/>
          </a:xfrm>
          <a:prstGeom prst="rect">
            <a:avLst/>
          </a:prstGeom>
          <a:noFill/>
          <a:ln>
            <a:noFill/>
          </a:ln>
        </p:spPr>
      </p:pic>
      <p:pic>
        <p:nvPicPr>
          <p:cNvPr id="3019" name="Google Shape;3019;p41"/>
          <p:cNvPicPr preferRelativeResize="0"/>
          <p:nvPr/>
        </p:nvPicPr>
        <p:blipFill rotWithShape="1">
          <a:blip r:embed="rId4">
            <a:alphaModFix/>
          </a:blip>
          <a:srcRect/>
          <a:stretch/>
        </p:blipFill>
        <p:spPr>
          <a:xfrm>
            <a:off x="952500" y="1904505"/>
            <a:ext cx="4016533" cy="5030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16"/>
                                        </p:tgtEl>
                                        <p:attrNameLst>
                                          <p:attrName>style.visibility</p:attrName>
                                        </p:attrNameLst>
                                      </p:cBhvr>
                                      <p:to>
                                        <p:strVal val="visible"/>
                                      </p:to>
                                    </p:set>
                                    <p:animEffect transition="in" filter="fade">
                                      <p:cBhvr>
                                        <p:cTn id="7" dur="2000"/>
                                        <p:tgtEl>
                                          <p:spTgt spid="3016"/>
                                        </p:tgtEl>
                                      </p:cBhvr>
                                    </p:animEffect>
                                  </p:childTnLst>
                                </p:cTn>
                              </p:par>
                              <p:par>
                                <p:cTn id="8" presetID="10" presetClass="entr" presetSubtype="0" fill="hold" nodeType="withEffect">
                                  <p:stCondLst>
                                    <p:cond delay="0"/>
                                  </p:stCondLst>
                                  <p:childTnLst>
                                    <p:set>
                                      <p:cBhvr>
                                        <p:cTn id="9" dur="1" fill="hold">
                                          <p:stCondLst>
                                            <p:cond delay="0"/>
                                          </p:stCondLst>
                                        </p:cTn>
                                        <p:tgtEl>
                                          <p:spTgt spid="3019"/>
                                        </p:tgtEl>
                                        <p:attrNameLst>
                                          <p:attrName>style.visibility</p:attrName>
                                        </p:attrNameLst>
                                      </p:cBhvr>
                                      <p:to>
                                        <p:strVal val="visible"/>
                                      </p:to>
                                    </p:set>
                                    <p:animEffect transition="in" filter="fade">
                                      <p:cBhvr>
                                        <p:cTn id="10" dur="2000"/>
                                        <p:tgtEl>
                                          <p:spTgt spid="30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17">
                                            <p:txEl>
                                              <p:pRg st="0" end="0"/>
                                            </p:txEl>
                                          </p:spTgt>
                                        </p:tgtEl>
                                        <p:attrNameLst>
                                          <p:attrName>style.visibility</p:attrName>
                                        </p:attrNameLst>
                                      </p:cBhvr>
                                      <p:to>
                                        <p:strVal val="visible"/>
                                      </p:to>
                                    </p:set>
                                    <p:animEffect transition="in" filter="fade">
                                      <p:cBhvr>
                                        <p:cTn id="15" dur="250"/>
                                        <p:tgtEl>
                                          <p:spTgt spid="30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17">
                                            <p:txEl>
                                              <p:pRg st="1" end="1"/>
                                            </p:txEl>
                                          </p:spTgt>
                                        </p:tgtEl>
                                        <p:attrNameLst>
                                          <p:attrName>style.visibility</p:attrName>
                                        </p:attrNameLst>
                                      </p:cBhvr>
                                      <p:to>
                                        <p:strVal val="visible"/>
                                      </p:to>
                                    </p:set>
                                    <p:animEffect transition="in" filter="fade">
                                      <p:cBhvr>
                                        <p:cTn id="20" dur="250"/>
                                        <p:tgtEl>
                                          <p:spTgt spid="301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017">
                                            <p:txEl>
                                              <p:pRg st="2" end="2"/>
                                            </p:txEl>
                                          </p:spTgt>
                                        </p:tgtEl>
                                        <p:attrNameLst>
                                          <p:attrName>style.visibility</p:attrName>
                                        </p:attrNameLst>
                                      </p:cBhvr>
                                      <p:to>
                                        <p:strVal val="visible"/>
                                      </p:to>
                                    </p:set>
                                    <p:animEffect transition="in" filter="fade">
                                      <p:cBhvr>
                                        <p:cTn id="25" dur="250"/>
                                        <p:tgtEl>
                                          <p:spTgt spid="3017">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018"/>
                                        </p:tgtEl>
                                        <p:attrNameLst>
                                          <p:attrName>style.visibility</p:attrName>
                                        </p:attrNameLst>
                                      </p:cBhvr>
                                      <p:to>
                                        <p:strVal val="visible"/>
                                      </p:to>
                                    </p:set>
                                    <p:animEffect transition="in" filter="fade">
                                      <p:cBhvr>
                                        <p:cTn id="28" dur="250"/>
                                        <p:tgtEl>
                                          <p:spTgt spid="3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23"/>
        <p:cNvGrpSpPr/>
        <p:nvPr/>
      </p:nvGrpSpPr>
      <p:grpSpPr>
        <a:xfrm>
          <a:off x="0" y="0"/>
          <a:ext cx="0" cy="0"/>
          <a:chOff x="0" y="0"/>
          <a:chExt cx="0" cy="0"/>
        </a:xfrm>
      </p:grpSpPr>
      <p:sp>
        <p:nvSpPr>
          <p:cNvPr id="3024" name="Google Shape;3024;p42"/>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we use</a:t>
            </a:r>
            <a:endParaRPr/>
          </a:p>
        </p:txBody>
      </p:sp>
      <p:sp>
        <p:nvSpPr>
          <p:cNvPr id="3025" name="Google Shape;3025;p42"/>
          <p:cNvSpPr/>
          <p:nvPr/>
        </p:nvSpPr>
        <p:spPr>
          <a:xfrm>
            <a:off x="-143691" y="-195943"/>
            <a:ext cx="12448902" cy="7184572"/>
          </a:xfrm>
          <a:prstGeom prst="rect">
            <a:avLst/>
          </a:prstGeom>
          <a:solidFill>
            <a:schemeClr val="dk2">
              <a:alpha val="66666"/>
            </a:schemeClr>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26" name="Google Shape;3026;p42"/>
          <p:cNvPicPr preferRelativeResize="0"/>
          <p:nvPr/>
        </p:nvPicPr>
        <p:blipFill rotWithShape="1">
          <a:blip r:embed="rId3">
            <a:alphaModFix/>
          </a:blip>
          <a:srcRect/>
          <a:stretch/>
        </p:blipFill>
        <p:spPr>
          <a:xfrm>
            <a:off x="952500" y="1904505"/>
            <a:ext cx="4016533" cy="503049"/>
          </a:xfrm>
          <a:prstGeom prst="rect">
            <a:avLst/>
          </a:prstGeom>
          <a:noFill/>
          <a:ln>
            <a:noFill/>
          </a:ln>
        </p:spPr>
      </p:pic>
      <p:pic>
        <p:nvPicPr>
          <p:cNvPr id="3027" name="Google Shape;3027;p42"/>
          <p:cNvPicPr preferRelativeResize="0"/>
          <p:nvPr/>
        </p:nvPicPr>
        <p:blipFill rotWithShape="1">
          <a:blip r:embed="rId4">
            <a:alphaModFix/>
          </a:blip>
          <a:srcRect/>
          <a:stretch/>
        </p:blipFill>
        <p:spPr>
          <a:xfrm>
            <a:off x="1340824" y="-72428"/>
            <a:ext cx="9448800" cy="717139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31"/>
        <p:cNvGrpSpPr/>
        <p:nvPr/>
      </p:nvGrpSpPr>
      <p:grpSpPr>
        <a:xfrm>
          <a:off x="0" y="0"/>
          <a:ext cx="0" cy="0"/>
          <a:chOff x="0" y="0"/>
          <a:chExt cx="0" cy="0"/>
        </a:xfrm>
      </p:grpSpPr>
      <p:sp>
        <p:nvSpPr>
          <p:cNvPr id="3032" name="Google Shape;3032;p43"/>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cxnSp>
        <p:nvCxnSpPr>
          <p:cNvPr id="3033" name="Google Shape;3033;p43"/>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cxnSp>
        <p:nvCxnSpPr>
          <p:cNvPr id="3034" name="Google Shape;3034;p43"/>
          <p:cNvCxnSpPr/>
          <p:nvPr/>
        </p:nvCxnSpPr>
        <p:spPr>
          <a:xfrm>
            <a:off x="2962232" y="4328336"/>
            <a:ext cx="3482160" cy="0"/>
          </a:xfrm>
          <a:prstGeom prst="straightConnector1">
            <a:avLst/>
          </a:prstGeom>
          <a:noFill/>
          <a:ln w="38100" cap="flat" cmpd="sng">
            <a:solidFill>
              <a:schemeClr val="accent3"/>
            </a:solidFill>
            <a:prstDash val="solid"/>
            <a:miter lim="800000"/>
            <a:headEnd type="none" w="sm" len="sm"/>
            <a:tailEnd type="none" w="sm" len="sm"/>
          </a:ln>
        </p:spPr>
      </p:cxnSp>
      <p:cxnSp>
        <p:nvCxnSpPr>
          <p:cNvPr id="3035" name="Google Shape;3035;p43"/>
          <p:cNvCxnSpPr/>
          <p:nvPr/>
        </p:nvCxnSpPr>
        <p:spPr>
          <a:xfrm>
            <a:off x="2962232" y="3079854"/>
            <a:ext cx="3482160" cy="0"/>
          </a:xfrm>
          <a:prstGeom prst="straightConnector1">
            <a:avLst/>
          </a:prstGeom>
          <a:noFill/>
          <a:ln w="38100" cap="flat" cmpd="sng">
            <a:solidFill>
              <a:schemeClr val="accent3"/>
            </a:solidFill>
            <a:prstDash val="solid"/>
            <a:miter lim="800000"/>
            <a:headEnd type="none" w="sm" len="sm"/>
            <a:tailEnd type="none" w="sm" len="sm"/>
          </a:ln>
        </p:spPr>
      </p:cxnSp>
      <p:sp>
        <p:nvSpPr>
          <p:cNvPr id="3036" name="Google Shape;3036;p43"/>
          <p:cNvSpPr/>
          <p:nvPr/>
        </p:nvSpPr>
        <p:spPr>
          <a:xfrm>
            <a:off x="5977273" y="261273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37" name="Google Shape;3037;p43"/>
          <p:cNvSpPr/>
          <p:nvPr/>
        </p:nvSpPr>
        <p:spPr>
          <a:xfrm>
            <a:off x="6911511" y="2612735"/>
            <a:ext cx="4441524" cy="934238"/>
          </a:xfrm>
          <a:custGeom>
            <a:avLst/>
            <a:gdLst/>
            <a:ahLst/>
            <a:cxnLst/>
            <a:rect l="l" t="t" r="r" b="b"/>
            <a:pathLst>
              <a:path w="4441524" h="934238" extrusionOk="0">
                <a:moveTo>
                  <a:pt x="0" y="0"/>
                </a:moveTo>
                <a:lnTo>
                  <a:pt x="4441524" y="0"/>
                </a:lnTo>
                <a:lnTo>
                  <a:pt x="4441524"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Why we use Atlassian tools</a:t>
            </a:r>
            <a:endParaRPr/>
          </a:p>
        </p:txBody>
      </p:sp>
      <p:sp>
        <p:nvSpPr>
          <p:cNvPr id="3038" name="Google Shape;3038;p43"/>
          <p:cNvSpPr/>
          <p:nvPr/>
        </p:nvSpPr>
        <p:spPr>
          <a:xfrm>
            <a:off x="5977273" y="3861217"/>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39" name="Google Shape;3039;p43"/>
          <p:cNvSpPr/>
          <p:nvPr/>
        </p:nvSpPr>
        <p:spPr>
          <a:xfrm>
            <a:off x="6911511" y="3861217"/>
            <a:ext cx="2693600" cy="934238"/>
          </a:xfrm>
          <a:custGeom>
            <a:avLst/>
            <a:gdLst/>
            <a:ahLst/>
            <a:cxnLst/>
            <a:rect l="l" t="t" r="r" b="b"/>
            <a:pathLst>
              <a:path w="2693600" h="934238" extrusionOk="0">
                <a:moveTo>
                  <a:pt x="0" y="0"/>
                </a:moveTo>
                <a:lnTo>
                  <a:pt x="2693600" y="0"/>
                </a:lnTo>
                <a:lnTo>
                  <a:pt x="2693600"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How we use them day-to-day</a:t>
            </a:r>
            <a:endParaRPr/>
          </a:p>
        </p:txBody>
      </p:sp>
      <p:sp>
        <p:nvSpPr>
          <p:cNvPr id="3040" name="Google Shape;3040;p43"/>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41" name="Google Shape;3041;p43"/>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no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3042" name="Google Shape;3042;p43"/>
          <p:cNvGrpSpPr/>
          <p:nvPr/>
        </p:nvGrpSpPr>
        <p:grpSpPr>
          <a:xfrm>
            <a:off x="5906476" y="2608004"/>
            <a:ext cx="1005035" cy="934239"/>
            <a:chOff x="630314" y="1580827"/>
            <a:chExt cx="4833184" cy="4489266"/>
          </a:xfrm>
        </p:grpSpPr>
        <p:sp>
          <p:nvSpPr>
            <p:cNvPr id="3043" name="Google Shape;3043;p4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44" name="Google Shape;3044;p4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045" name="Google Shape;3045;p43"/>
            <p:cNvGrpSpPr/>
            <p:nvPr/>
          </p:nvGrpSpPr>
          <p:grpSpPr>
            <a:xfrm>
              <a:off x="630314" y="1643269"/>
              <a:ext cx="4833184" cy="4426824"/>
              <a:chOff x="2901073" y="1621694"/>
              <a:chExt cx="4833184" cy="4426824"/>
            </a:xfrm>
          </p:grpSpPr>
          <p:sp>
            <p:nvSpPr>
              <p:cNvPr id="3046" name="Google Shape;3046;p4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47" name="Google Shape;3047;p4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048" name="Google Shape;3048;p4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9" name="Google Shape;3049;p4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0" name="Google Shape;3050;p4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1" name="Google Shape;3051;p4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2" name="Google Shape;3052;p4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3" name="Google Shape;3053;p4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4" name="Google Shape;3054;p4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5" name="Google Shape;3055;p4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6" name="Google Shape;3056;p4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7" name="Google Shape;3057;p4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8" name="Google Shape;3058;p4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9" name="Google Shape;3059;p4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0" name="Google Shape;3060;p4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1" name="Google Shape;3061;p4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2" name="Google Shape;3062;p4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3" name="Google Shape;3063;p4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4" name="Google Shape;3064;p4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5" name="Google Shape;3065;p4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6" name="Google Shape;3066;p4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7" name="Google Shape;3067;p4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8" name="Google Shape;3068;p4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9" name="Google Shape;3069;p4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0" name="Google Shape;3070;p4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1" name="Google Shape;3071;p4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2" name="Google Shape;3072;p4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3" name="Google Shape;3073;p4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4" name="Google Shape;3074;p4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5" name="Google Shape;3075;p4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6" name="Google Shape;3076;p4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7" name="Google Shape;3077;p4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8" name="Google Shape;3078;p4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79" name="Google Shape;3079;p4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80" name="Google Shape;3080;p4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1" name="Google Shape;3081;p4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2" name="Google Shape;3082;p4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3" name="Google Shape;3083;p4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4" name="Google Shape;3084;p4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5" name="Google Shape;3085;p4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6" name="Google Shape;3086;p4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7" name="Google Shape;3087;p4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8" name="Google Shape;3088;p4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9" name="Google Shape;3089;p4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0" name="Google Shape;3090;p4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1" name="Google Shape;3091;p4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2" name="Google Shape;3092;p4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3" name="Google Shape;3093;p4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4" name="Google Shape;3094;p4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5" name="Google Shape;3095;p4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6" name="Google Shape;3096;p4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7" name="Google Shape;3097;p4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8" name="Google Shape;3098;p4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9" name="Google Shape;3099;p4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0" name="Google Shape;3100;p4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1" name="Google Shape;3101;p4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02" name="Google Shape;3102;p43"/>
          <p:cNvGrpSpPr/>
          <p:nvPr/>
        </p:nvGrpSpPr>
        <p:grpSpPr>
          <a:xfrm>
            <a:off x="5906476" y="3846582"/>
            <a:ext cx="1005035" cy="934239"/>
            <a:chOff x="630314" y="1580827"/>
            <a:chExt cx="4833184" cy="4489266"/>
          </a:xfrm>
        </p:grpSpPr>
        <p:sp>
          <p:nvSpPr>
            <p:cNvPr id="3103" name="Google Shape;3103;p4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04" name="Google Shape;3104;p4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105" name="Google Shape;3105;p43"/>
            <p:cNvGrpSpPr/>
            <p:nvPr/>
          </p:nvGrpSpPr>
          <p:grpSpPr>
            <a:xfrm>
              <a:off x="630314" y="1643269"/>
              <a:ext cx="4833184" cy="4426824"/>
              <a:chOff x="2901073" y="1621694"/>
              <a:chExt cx="4833184" cy="4426824"/>
            </a:xfrm>
          </p:grpSpPr>
          <p:sp>
            <p:nvSpPr>
              <p:cNvPr id="3106" name="Google Shape;3106;p4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07" name="Google Shape;3107;p4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08" name="Google Shape;3108;p4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9" name="Google Shape;3109;p4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0" name="Google Shape;3110;p4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1" name="Google Shape;3111;p4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2" name="Google Shape;3112;p4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3" name="Google Shape;3113;p4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4" name="Google Shape;3114;p4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5" name="Google Shape;3115;p4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6" name="Google Shape;3116;p4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7" name="Google Shape;3117;p4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8" name="Google Shape;3118;p4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9" name="Google Shape;3119;p4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0" name="Google Shape;3120;p4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1" name="Google Shape;3121;p4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2" name="Google Shape;3122;p4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3" name="Google Shape;3123;p4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24" name="Google Shape;3124;p4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25" name="Google Shape;3125;p4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26" name="Google Shape;3126;p4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27" name="Google Shape;3127;p4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28" name="Google Shape;3128;p4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29" name="Google Shape;3129;p4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0" name="Google Shape;3130;p4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1" name="Google Shape;3131;p4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2" name="Google Shape;3132;p4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3" name="Google Shape;3133;p4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4" name="Google Shape;3134;p4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5" name="Google Shape;3135;p4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6" name="Google Shape;3136;p4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7" name="Google Shape;3137;p4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8" name="Google Shape;3138;p4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9" name="Google Shape;3139;p4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40" name="Google Shape;3140;p4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1" name="Google Shape;3141;p4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2" name="Google Shape;3142;p4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3" name="Google Shape;3143;p4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4" name="Google Shape;3144;p4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5" name="Google Shape;3145;p4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6" name="Google Shape;3146;p4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7" name="Google Shape;3147;p4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8" name="Google Shape;3148;p4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9" name="Google Shape;3149;p4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0" name="Google Shape;3150;p4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1" name="Google Shape;3151;p4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2" name="Google Shape;3152;p4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3" name="Google Shape;3153;p4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4" name="Google Shape;3154;p4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5" name="Google Shape;3155;p4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6" name="Google Shape;3156;p4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7" name="Google Shape;3157;p4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8" name="Google Shape;3158;p4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9" name="Google Shape;3159;p4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0" name="Google Shape;3160;p4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1" name="Google Shape;3161;p4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62" name="Google Shape;3162;p43"/>
          <p:cNvGrpSpPr/>
          <p:nvPr/>
        </p:nvGrpSpPr>
        <p:grpSpPr>
          <a:xfrm>
            <a:off x="6607154" y="4893124"/>
            <a:ext cx="1005035" cy="934239"/>
            <a:chOff x="630314" y="1580827"/>
            <a:chExt cx="4833184" cy="4489266"/>
          </a:xfrm>
        </p:grpSpPr>
        <p:sp>
          <p:nvSpPr>
            <p:cNvPr id="3163" name="Google Shape;3163;p4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64" name="Google Shape;3164;p4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165" name="Google Shape;3165;p43"/>
            <p:cNvGrpSpPr/>
            <p:nvPr/>
          </p:nvGrpSpPr>
          <p:grpSpPr>
            <a:xfrm>
              <a:off x="630314" y="1643269"/>
              <a:ext cx="4833184" cy="4426824"/>
              <a:chOff x="2901073" y="1621694"/>
              <a:chExt cx="4833184" cy="4426824"/>
            </a:xfrm>
          </p:grpSpPr>
          <p:sp>
            <p:nvSpPr>
              <p:cNvPr id="3166" name="Google Shape;3166;p4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67" name="Google Shape;3167;p4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68" name="Google Shape;3168;p4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9" name="Google Shape;3169;p4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0" name="Google Shape;3170;p4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1" name="Google Shape;3171;p4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2" name="Google Shape;3172;p4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3" name="Google Shape;3173;p4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4" name="Google Shape;3174;p4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5" name="Google Shape;3175;p4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6" name="Google Shape;3176;p4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7" name="Google Shape;3177;p4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8" name="Google Shape;3178;p4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9" name="Google Shape;3179;p4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0" name="Google Shape;3180;p4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1" name="Google Shape;3181;p4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2" name="Google Shape;3182;p4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3" name="Google Shape;3183;p4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4" name="Google Shape;3184;p4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5" name="Google Shape;3185;p4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6" name="Google Shape;3186;p4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7" name="Google Shape;3187;p4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8" name="Google Shape;3188;p4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9" name="Google Shape;3189;p4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0" name="Google Shape;3190;p4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1" name="Google Shape;3191;p4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2" name="Google Shape;3192;p4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3" name="Google Shape;3193;p4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4" name="Google Shape;3194;p4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5" name="Google Shape;3195;p4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6" name="Google Shape;3196;p4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7" name="Google Shape;3197;p4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8" name="Google Shape;3198;p4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9" name="Google Shape;3199;p4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00" name="Google Shape;3200;p4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1" name="Google Shape;3201;p4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2" name="Google Shape;3202;p4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3" name="Google Shape;3203;p4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4" name="Google Shape;3204;p4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5" name="Google Shape;3205;p4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6" name="Google Shape;3206;p4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7" name="Google Shape;3207;p4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8" name="Google Shape;3208;p4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9" name="Google Shape;3209;p4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0" name="Google Shape;3210;p4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1" name="Google Shape;3211;p4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2" name="Google Shape;3212;p4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3" name="Google Shape;3213;p4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4" name="Google Shape;3214;p4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5" name="Google Shape;3215;p4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6" name="Google Shape;3216;p4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7" name="Google Shape;3217;p4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8" name="Google Shape;3218;p4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9" name="Google Shape;3219;p4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0" name="Google Shape;3220;p4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1" name="Google Shape;3221;p4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222" name="Google Shape;3222;p43"/>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23" name="Google Shape;3223;p43"/>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224" name="Google Shape;3224;p43"/>
          <p:cNvGrpSpPr/>
          <p:nvPr/>
        </p:nvGrpSpPr>
        <p:grpSpPr>
          <a:xfrm>
            <a:off x="758922" y="1546566"/>
            <a:ext cx="4246537" cy="4246538"/>
            <a:chOff x="630314" y="1580827"/>
            <a:chExt cx="4833184" cy="4489266"/>
          </a:xfrm>
        </p:grpSpPr>
        <p:sp>
          <p:nvSpPr>
            <p:cNvPr id="3225" name="Google Shape;3225;p43"/>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26" name="Google Shape;3226;p43"/>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227" name="Google Shape;3227;p43"/>
            <p:cNvGrpSpPr/>
            <p:nvPr/>
          </p:nvGrpSpPr>
          <p:grpSpPr>
            <a:xfrm>
              <a:off x="630314" y="1643269"/>
              <a:ext cx="4833184" cy="4426824"/>
              <a:chOff x="2901073" y="1621694"/>
              <a:chExt cx="4833184" cy="4426824"/>
            </a:xfrm>
          </p:grpSpPr>
          <p:sp>
            <p:nvSpPr>
              <p:cNvPr id="3228" name="Google Shape;3228;p43"/>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29" name="Google Shape;3229;p43"/>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230" name="Google Shape;3230;p43"/>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1" name="Google Shape;3231;p43"/>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2" name="Google Shape;3232;p43"/>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3" name="Google Shape;3233;p43"/>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4" name="Google Shape;3234;p43"/>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5" name="Google Shape;3235;p43"/>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6" name="Google Shape;3236;p43"/>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7" name="Google Shape;3237;p43"/>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8" name="Google Shape;3238;p43"/>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9" name="Google Shape;3239;p43"/>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0" name="Google Shape;3240;p43"/>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1" name="Google Shape;3241;p43"/>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2" name="Google Shape;3242;p43"/>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3" name="Google Shape;3243;p43"/>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4" name="Google Shape;3244;p43"/>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5" name="Google Shape;3245;p43"/>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6" name="Google Shape;3246;p43"/>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47" name="Google Shape;3247;p43"/>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48" name="Google Shape;3248;p43"/>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49" name="Google Shape;3249;p43"/>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0" name="Google Shape;3250;p43"/>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1" name="Google Shape;3251;p43"/>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2" name="Google Shape;3252;p43"/>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3" name="Google Shape;3253;p43"/>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4" name="Google Shape;3254;p43"/>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5" name="Google Shape;3255;p43"/>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6" name="Google Shape;3256;p43"/>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7" name="Google Shape;3257;p43"/>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8" name="Google Shape;3258;p43"/>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9" name="Google Shape;3259;p43"/>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60" name="Google Shape;3260;p43"/>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61" name="Google Shape;3261;p43"/>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62" name="Google Shape;3262;p43"/>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3" name="Google Shape;3263;p43"/>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4" name="Google Shape;3264;p43"/>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5" name="Google Shape;3265;p43"/>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6" name="Google Shape;3266;p43"/>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7" name="Google Shape;3267;p43"/>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8" name="Google Shape;3268;p43"/>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9" name="Google Shape;3269;p43"/>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0" name="Google Shape;3270;p43"/>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1" name="Google Shape;3271;p43"/>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2" name="Google Shape;3272;p43"/>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3" name="Google Shape;3273;p43"/>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4" name="Google Shape;3274;p43"/>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5" name="Google Shape;3275;p43"/>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6" name="Google Shape;3276;p43"/>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7" name="Google Shape;3277;p43"/>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8" name="Google Shape;3278;p43"/>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9" name="Google Shape;3279;p43"/>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0" name="Google Shape;3280;p43"/>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1" name="Google Shape;3281;p43"/>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2" name="Google Shape;3282;p43"/>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3" name="Google Shape;3283;p43"/>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284" name="Google Shape;3284;p43"/>
          <p:cNvSpPr/>
          <p:nvPr/>
        </p:nvSpPr>
        <p:spPr>
          <a:xfrm rot="7849590">
            <a:off x="1063590" y="1883030"/>
            <a:ext cx="1915514" cy="2135806"/>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88"/>
        <p:cNvGrpSpPr/>
        <p:nvPr/>
      </p:nvGrpSpPr>
      <p:grpSpPr>
        <a:xfrm>
          <a:off x="0" y="0"/>
          <a:ext cx="0" cy="0"/>
          <a:chOff x="0" y="0"/>
          <a:chExt cx="0" cy="0"/>
        </a:xfrm>
      </p:grpSpPr>
      <p:sp>
        <p:nvSpPr>
          <p:cNvPr id="3289" name="Google Shape;3289;p44"/>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sp>
        <p:nvSpPr>
          <p:cNvPr id="3290" name="Google Shape;3290;p44"/>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91" name="Google Shape;3291;p44"/>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92" name="Google Shape;3292;p44"/>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cxnSp>
        <p:nvCxnSpPr>
          <p:cNvPr id="3293" name="Google Shape;3293;p44"/>
          <p:cNvCxnSpPr/>
          <p:nvPr/>
        </p:nvCxnSpPr>
        <p:spPr>
          <a:xfrm>
            <a:off x="2962232" y="5360244"/>
            <a:ext cx="4182838" cy="0"/>
          </a:xfrm>
          <a:prstGeom prst="straightConnector1">
            <a:avLst/>
          </a:prstGeom>
          <a:noFill/>
          <a:ln w="38100" cap="flat" cmpd="sng">
            <a:solidFill>
              <a:schemeClr val="accent3"/>
            </a:solidFill>
            <a:prstDash val="solid"/>
            <a:miter lim="800000"/>
            <a:headEnd type="none" w="sm" len="sm"/>
            <a:tailEnd type="none" w="sm" len="sm"/>
          </a:ln>
        </p:spPr>
      </p:cxnSp>
      <p:grpSp>
        <p:nvGrpSpPr>
          <p:cNvPr id="3294" name="Google Shape;3294;p44"/>
          <p:cNvGrpSpPr/>
          <p:nvPr/>
        </p:nvGrpSpPr>
        <p:grpSpPr>
          <a:xfrm>
            <a:off x="758922" y="1546566"/>
            <a:ext cx="4246537" cy="4246538"/>
            <a:chOff x="630314" y="1580827"/>
            <a:chExt cx="4833184" cy="4489266"/>
          </a:xfrm>
        </p:grpSpPr>
        <p:sp>
          <p:nvSpPr>
            <p:cNvPr id="3295" name="Google Shape;3295;p4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96" name="Google Shape;3296;p4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297" name="Google Shape;3297;p44"/>
            <p:cNvGrpSpPr/>
            <p:nvPr/>
          </p:nvGrpSpPr>
          <p:grpSpPr>
            <a:xfrm>
              <a:off x="630314" y="1643269"/>
              <a:ext cx="4833184" cy="4426824"/>
              <a:chOff x="2901073" y="1621694"/>
              <a:chExt cx="4833184" cy="4426824"/>
            </a:xfrm>
          </p:grpSpPr>
          <p:sp>
            <p:nvSpPr>
              <p:cNvPr id="3298" name="Google Shape;3298;p4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99" name="Google Shape;3299;p4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300" name="Google Shape;3300;p4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1" name="Google Shape;3301;p4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2" name="Google Shape;3302;p4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3" name="Google Shape;3303;p4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4" name="Google Shape;3304;p4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5" name="Google Shape;3305;p4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6" name="Google Shape;3306;p4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7" name="Google Shape;3307;p4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8" name="Google Shape;3308;p4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9" name="Google Shape;3309;p4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0" name="Google Shape;3310;p4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1" name="Google Shape;3311;p4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2" name="Google Shape;3312;p4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3" name="Google Shape;3313;p4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4" name="Google Shape;3314;p4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5" name="Google Shape;3315;p4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6" name="Google Shape;3316;p4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17" name="Google Shape;3317;p4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18" name="Google Shape;3318;p4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19" name="Google Shape;3319;p4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0" name="Google Shape;3320;p4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1" name="Google Shape;3321;p4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2" name="Google Shape;3322;p4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3" name="Google Shape;3323;p4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4" name="Google Shape;3324;p4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5" name="Google Shape;3325;p4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6" name="Google Shape;3326;p4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7" name="Google Shape;3327;p4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8" name="Google Shape;3328;p4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9" name="Google Shape;3329;p4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30" name="Google Shape;3330;p4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31" name="Google Shape;3331;p4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32" name="Google Shape;3332;p4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3" name="Google Shape;3333;p4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4" name="Google Shape;3334;p4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5" name="Google Shape;3335;p4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6" name="Google Shape;3336;p4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7" name="Google Shape;3337;p4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8" name="Google Shape;3338;p4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9" name="Google Shape;3339;p4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0" name="Google Shape;3340;p4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1" name="Google Shape;3341;p4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2" name="Google Shape;3342;p4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3" name="Google Shape;3343;p4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4" name="Google Shape;3344;p4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5" name="Google Shape;3345;p4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6" name="Google Shape;3346;p4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7" name="Google Shape;3347;p4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8" name="Google Shape;3348;p4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9" name="Google Shape;3349;p4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0" name="Google Shape;3350;p4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1" name="Google Shape;3351;p4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2" name="Google Shape;3352;p4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3" name="Google Shape;3353;p4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354" name="Google Shape;3354;p44"/>
          <p:cNvSpPr/>
          <p:nvPr/>
        </p:nvSpPr>
        <p:spPr>
          <a:xfrm rot="7849590">
            <a:off x="1063590" y="1883030"/>
            <a:ext cx="1915514" cy="2135806"/>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5" name="Google Shape;3355;p44"/>
          <p:cNvSpPr/>
          <p:nvPr/>
        </p:nvSpPr>
        <p:spPr>
          <a:xfrm rot="2333312">
            <a:off x="782976" y="3341471"/>
            <a:ext cx="2632870" cy="2363013"/>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6" name="Google Shape;3356;p44"/>
          <p:cNvSpPr/>
          <p:nvPr/>
        </p:nvSpPr>
        <p:spPr>
          <a:xfrm rot="-7198341">
            <a:off x="2705166" y="1990624"/>
            <a:ext cx="2168059" cy="2192705"/>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7" name="Google Shape;3357;p44"/>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solidFill>
            <a:schemeClr val="lt1"/>
          </a:solid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3358" name="Google Shape;3358;p44"/>
          <p:cNvGrpSpPr/>
          <p:nvPr/>
        </p:nvGrpSpPr>
        <p:grpSpPr>
          <a:xfrm>
            <a:off x="6607154" y="4893124"/>
            <a:ext cx="1005035" cy="934239"/>
            <a:chOff x="630314" y="1580827"/>
            <a:chExt cx="4833184" cy="4489266"/>
          </a:xfrm>
        </p:grpSpPr>
        <p:sp>
          <p:nvSpPr>
            <p:cNvPr id="3359" name="Google Shape;3359;p44"/>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360" name="Google Shape;3360;p44"/>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361" name="Google Shape;3361;p44"/>
            <p:cNvGrpSpPr/>
            <p:nvPr/>
          </p:nvGrpSpPr>
          <p:grpSpPr>
            <a:xfrm>
              <a:off x="630314" y="1643269"/>
              <a:ext cx="4833184" cy="4426824"/>
              <a:chOff x="2901073" y="1621694"/>
              <a:chExt cx="4833184" cy="4426824"/>
            </a:xfrm>
          </p:grpSpPr>
          <p:sp>
            <p:nvSpPr>
              <p:cNvPr id="3362" name="Google Shape;3362;p44"/>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63" name="Google Shape;3363;p44"/>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364" name="Google Shape;3364;p44"/>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5" name="Google Shape;3365;p44"/>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6" name="Google Shape;3366;p44"/>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7" name="Google Shape;3367;p44"/>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8" name="Google Shape;3368;p44"/>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9" name="Google Shape;3369;p44"/>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0" name="Google Shape;3370;p44"/>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1" name="Google Shape;3371;p44"/>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2" name="Google Shape;3372;p44"/>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3" name="Google Shape;3373;p44"/>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4" name="Google Shape;3374;p44"/>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5" name="Google Shape;3375;p44"/>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6" name="Google Shape;3376;p44"/>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7" name="Google Shape;3377;p44"/>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8" name="Google Shape;3378;p44"/>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9" name="Google Shape;3379;p44"/>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0" name="Google Shape;3380;p44"/>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1" name="Google Shape;3381;p44"/>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2" name="Google Shape;3382;p44"/>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3" name="Google Shape;3383;p44"/>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4" name="Google Shape;3384;p44"/>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5" name="Google Shape;3385;p44"/>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6" name="Google Shape;3386;p44"/>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7" name="Google Shape;3387;p44"/>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8" name="Google Shape;3388;p44"/>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9" name="Google Shape;3389;p44"/>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0" name="Google Shape;3390;p44"/>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1" name="Google Shape;3391;p44"/>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2" name="Google Shape;3392;p44"/>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3" name="Google Shape;3393;p44"/>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4" name="Google Shape;3394;p44"/>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5" name="Google Shape;3395;p44"/>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6" name="Google Shape;3396;p44"/>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7" name="Google Shape;3397;p44"/>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8" name="Google Shape;3398;p44"/>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9" name="Google Shape;3399;p44"/>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0" name="Google Shape;3400;p44"/>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1" name="Google Shape;3401;p44"/>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2" name="Google Shape;3402;p44"/>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3" name="Google Shape;3403;p44"/>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4" name="Google Shape;3404;p44"/>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5" name="Google Shape;3405;p44"/>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6" name="Google Shape;3406;p44"/>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7" name="Google Shape;3407;p44"/>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8" name="Google Shape;3408;p44"/>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9" name="Google Shape;3409;p44"/>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0" name="Google Shape;3410;p44"/>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1" name="Google Shape;3411;p44"/>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2" name="Google Shape;3412;p44"/>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3" name="Google Shape;3413;p44"/>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4" name="Google Shape;3414;p44"/>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5" name="Google Shape;3415;p44"/>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6" name="Google Shape;3416;p44"/>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7" name="Google Shape;3417;p44"/>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21"/>
        <p:cNvGrpSpPr/>
        <p:nvPr/>
      </p:nvGrpSpPr>
      <p:grpSpPr>
        <a:xfrm>
          <a:off x="0" y="0"/>
          <a:ext cx="0" cy="0"/>
          <a:chOff x="0" y="0"/>
          <a:chExt cx="0" cy="0"/>
        </a:xfrm>
      </p:grpSpPr>
      <p:sp>
        <p:nvSpPr>
          <p:cNvPr id="3422" name="Google Shape;3422;p45"/>
          <p:cNvSpPr txBox="1">
            <a:spLocks noGrp="1"/>
          </p:cNvSpPr>
          <p:nvPr>
            <p:ph type="title"/>
          </p:nvPr>
        </p:nvSpPr>
        <p:spPr>
          <a:xfrm>
            <a:off x="838200" y="535414"/>
            <a:ext cx="10515600" cy="8434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Presentation Roadmap</a:t>
            </a:r>
            <a:endParaRPr/>
          </a:p>
        </p:txBody>
      </p:sp>
      <p:sp>
        <p:nvSpPr>
          <p:cNvPr id="3423" name="Google Shape;3423;p45"/>
          <p:cNvSpPr/>
          <p:nvPr/>
        </p:nvSpPr>
        <p:spPr>
          <a:xfrm>
            <a:off x="6677951" y="4893125"/>
            <a:ext cx="934238" cy="934238"/>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24" name="Google Shape;3424;p45"/>
          <p:cNvSpPr/>
          <p:nvPr/>
        </p:nvSpPr>
        <p:spPr>
          <a:xfrm>
            <a:off x="800100" y="1580826"/>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25" name="Google Shape;3425;p45"/>
          <p:cNvSpPr/>
          <p:nvPr/>
        </p:nvSpPr>
        <p:spPr>
          <a:xfrm>
            <a:off x="838200" y="2969157"/>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426" name="Google Shape;3426;p45"/>
          <p:cNvGrpSpPr/>
          <p:nvPr/>
        </p:nvGrpSpPr>
        <p:grpSpPr>
          <a:xfrm>
            <a:off x="758922" y="1546566"/>
            <a:ext cx="4246537" cy="4246538"/>
            <a:chOff x="630314" y="1580827"/>
            <a:chExt cx="4833184" cy="4489266"/>
          </a:xfrm>
        </p:grpSpPr>
        <p:sp>
          <p:nvSpPr>
            <p:cNvPr id="3427" name="Google Shape;3427;p45"/>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28" name="Google Shape;3428;p45"/>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JIRA and Confluence</a:t>
              </a:r>
              <a:endParaRPr/>
            </a:p>
          </p:txBody>
        </p:sp>
        <p:grpSp>
          <p:nvGrpSpPr>
            <p:cNvPr id="3429" name="Google Shape;3429;p45"/>
            <p:cNvGrpSpPr/>
            <p:nvPr/>
          </p:nvGrpSpPr>
          <p:grpSpPr>
            <a:xfrm>
              <a:off x="630314" y="1643269"/>
              <a:ext cx="4833184" cy="4426824"/>
              <a:chOff x="2901073" y="1621694"/>
              <a:chExt cx="4833184" cy="4426824"/>
            </a:xfrm>
          </p:grpSpPr>
          <p:sp>
            <p:nvSpPr>
              <p:cNvPr id="3430" name="Google Shape;3430;p45"/>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31" name="Google Shape;3431;p45"/>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432" name="Google Shape;3432;p45"/>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3" name="Google Shape;3433;p45"/>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4" name="Google Shape;3434;p45"/>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5" name="Google Shape;3435;p45"/>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6" name="Google Shape;3436;p45"/>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7" name="Google Shape;3437;p45"/>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8" name="Google Shape;3438;p45"/>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9" name="Google Shape;3439;p45"/>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0" name="Google Shape;3440;p45"/>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1" name="Google Shape;3441;p45"/>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2" name="Google Shape;3442;p45"/>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3" name="Google Shape;3443;p45"/>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4" name="Google Shape;3444;p45"/>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5" name="Google Shape;3445;p45"/>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6" name="Google Shape;3446;p45"/>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7" name="Google Shape;3447;p45"/>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8" name="Google Shape;3448;p45"/>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49" name="Google Shape;3449;p45"/>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0" name="Google Shape;3450;p45"/>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1" name="Google Shape;3451;p45"/>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2" name="Google Shape;3452;p45"/>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3" name="Google Shape;3453;p45"/>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4" name="Google Shape;3454;p45"/>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5" name="Google Shape;3455;p45"/>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6" name="Google Shape;3456;p45"/>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7" name="Google Shape;3457;p45"/>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8" name="Google Shape;3458;p45"/>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9" name="Google Shape;3459;p45"/>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0" name="Google Shape;3460;p45"/>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1" name="Google Shape;3461;p45"/>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2" name="Google Shape;3462;p45"/>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3" name="Google Shape;3463;p45"/>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64" name="Google Shape;3464;p45"/>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5" name="Google Shape;3465;p45"/>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6" name="Google Shape;3466;p45"/>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7" name="Google Shape;3467;p45"/>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8" name="Google Shape;3468;p45"/>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9" name="Google Shape;3469;p45"/>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0" name="Google Shape;3470;p45"/>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1" name="Google Shape;3471;p45"/>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2" name="Google Shape;3472;p45"/>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3" name="Google Shape;3473;p45"/>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4" name="Google Shape;3474;p45"/>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5" name="Google Shape;3475;p45"/>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6" name="Google Shape;3476;p45"/>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7" name="Google Shape;3477;p45"/>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8" name="Google Shape;3478;p45"/>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9" name="Google Shape;3479;p45"/>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0" name="Google Shape;3480;p45"/>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1" name="Google Shape;3481;p45"/>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2" name="Google Shape;3482;p45"/>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3" name="Google Shape;3483;p45"/>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4" name="Google Shape;3484;p45"/>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5" name="Google Shape;3485;p45"/>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486" name="Google Shape;3486;p45"/>
          <p:cNvSpPr/>
          <p:nvPr/>
        </p:nvSpPr>
        <p:spPr>
          <a:xfrm rot="7849590">
            <a:off x="1063590" y="1883030"/>
            <a:ext cx="1915514" cy="2135806"/>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7" name="Google Shape;3487;p45"/>
          <p:cNvSpPr/>
          <p:nvPr/>
        </p:nvSpPr>
        <p:spPr>
          <a:xfrm rot="2333312">
            <a:off x="782976" y="3341471"/>
            <a:ext cx="2632870" cy="2363013"/>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8" name="Google Shape;3488;p45"/>
          <p:cNvSpPr/>
          <p:nvPr/>
        </p:nvSpPr>
        <p:spPr>
          <a:xfrm rot="-7198341">
            <a:off x="2705166" y="1990624"/>
            <a:ext cx="2168059" cy="2192705"/>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9" name="Google Shape;3489;p45"/>
          <p:cNvSpPr/>
          <p:nvPr/>
        </p:nvSpPr>
        <p:spPr>
          <a:xfrm>
            <a:off x="-128451" y="-163286"/>
            <a:ext cx="12436992" cy="6485872"/>
          </a:xfrm>
          <a:prstGeom prst="rect">
            <a:avLst/>
          </a:prstGeom>
          <a:solidFill>
            <a:schemeClr val="dk2">
              <a:alpha val="66666"/>
            </a:schemeClr>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490" name="Google Shape;3490;p45"/>
          <p:cNvCxnSpPr/>
          <p:nvPr/>
        </p:nvCxnSpPr>
        <p:spPr>
          <a:xfrm>
            <a:off x="4279566" y="5360244"/>
            <a:ext cx="2865504" cy="0"/>
          </a:xfrm>
          <a:prstGeom prst="straightConnector1">
            <a:avLst/>
          </a:prstGeom>
          <a:noFill/>
          <a:ln w="38100" cap="flat" cmpd="sng">
            <a:solidFill>
              <a:schemeClr val="accent3"/>
            </a:solidFill>
            <a:prstDash val="solid"/>
            <a:miter lim="800000"/>
            <a:headEnd type="none" w="sm" len="sm"/>
            <a:tailEnd type="none" w="sm" len="sm"/>
          </a:ln>
        </p:spPr>
      </p:cxnSp>
      <p:sp>
        <p:nvSpPr>
          <p:cNvPr id="3491" name="Google Shape;3491;p45"/>
          <p:cNvSpPr/>
          <p:nvPr/>
        </p:nvSpPr>
        <p:spPr>
          <a:xfrm>
            <a:off x="7612190" y="4893125"/>
            <a:ext cx="3637119" cy="934238"/>
          </a:xfrm>
          <a:custGeom>
            <a:avLst/>
            <a:gdLst/>
            <a:ahLst/>
            <a:cxnLst/>
            <a:rect l="l" t="t" r="r" b="b"/>
            <a:pathLst>
              <a:path w="3637119" h="934238" extrusionOk="0">
                <a:moveTo>
                  <a:pt x="0" y="0"/>
                </a:moveTo>
                <a:lnTo>
                  <a:pt x="3637119" y="0"/>
                </a:lnTo>
                <a:lnTo>
                  <a:pt x="3637119" y="934238"/>
                </a:lnTo>
                <a:lnTo>
                  <a:pt x="0" y="934238"/>
                </a:lnTo>
                <a:lnTo>
                  <a:pt x="0" y="0"/>
                </a:lnTo>
                <a:close/>
              </a:path>
            </a:pathLst>
          </a:custGeom>
          <a:solidFill>
            <a:schemeClr val="lt1"/>
          </a:solidFill>
          <a:ln>
            <a:noFill/>
          </a:ln>
        </p:spPr>
        <p:txBody>
          <a:bodyPr spcFirstLastPara="1" wrap="square" lIns="106675" tIns="0" rIns="106675" bIns="0" anchor="ctr" anchorCtr="0">
            <a:noAutofit/>
          </a:bodyPr>
          <a:lstStyle/>
          <a:p>
            <a:pPr marL="0" marR="0" lvl="0" indent="0" algn="l" rtl="0">
              <a:lnSpc>
                <a:spcPct val="90000"/>
              </a:lnSpc>
              <a:spcBef>
                <a:spcPts val="0"/>
              </a:spcBef>
              <a:spcAft>
                <a:spcPts val="0"/>
              </a:spcAft>
              <a:buClr>
                <a:srgbClr val="0C2547"/>
              </a:buClr>
              <a:buSzPts val="2800"/>
              <a:buFont typeface="Calibri"/>
              <a:buNone/>
            </a:pPr>
            <a:r>
              <a:rPr lang="en-US" sz="2800">
                <a:solidFill>
                  <a:srgbClr val="0C2547"/>
                </a:solidFill>
                <a:latin typeface="Calibri"/>
                <a:ea typeface="Calibri"/>
                <a:cs typeface="Calibri"/>
                <a:sym typeface="Calibri"/>
              </a:rPr>
              <a:t>Advice for teams wanting to do the same</a:t>
            </a:r>
            <a:endParaRPr/>
          </a:p>
        </p:txBody>
      </p:sp>
      <p:grpSp>
        <p:nvGrpSpPr>
          <p:cNvPr id="3492" name="Google Shape;3492;p45"/>
          <p:cNvGrpSpPr/>
          <p:nvPr/>
        </p:nvGrpSpPr>
        <p:grpSpPr>
          <a:xfrm>
            <a:off x="6607154" y="4893124"/>
            <a:ext cx="1005035" cy="934239"/>
            <a:chOff x="630314" y="1580827"/>
            <a:chExt cx="4833184" cy="4489266"/>
          </a:xfrm>
        </p:grpSpPr>
        <p:sp>
          <p:nvSpPr>
            <p:cNvPr id="3493" name="Google Shape;3493;p45"/>
            <p:cNvSpPr/>
            <p:nvPr/>
          </p:nvSpPr>
          <p:spPr>
            <a:xfrm>
              <a:off x="838963" y="1580827"/>
              <a:ext cx="4246537" cy="4246537"/>
            </a:xfrm>
            <a:prstGeom prst="ellipse">
              <a:avLst/>
            </a:prstGeom>
            <a:solidFill>
              <a:schemeClr val="accent1"/>
            </a:solidFill>
            <a:ln w="38100" cap="flat" cmpd="sng">
              <a:solidFill>
                <a:srgbClr val="DBDBDB"/>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94" name="Google Shape;3494;p45"/>
            <p:cNvSpPr/>
            <p:nvPr/>
          </p:nvSpPr>
          <p:spPr>
            <a:xfrm>
              <a:off x="878602" y="3009582"/>
              <a:ext cx="4167259" cy="1401357"/>
            </a:xfrm>
            <a:custGeom>
              <a:avLst/>
              <a:gdLst/>
              <a:ahLst/>
              <a:cxnLst/>
              <a:rect l="l" t="t" r="r" b="b"/>
              <a:pathLst>
                <a:path w="4167259" h="1401357" extrusionOk="0">
                  <a:moveTo>
                    <a:pt x="0" y="0"/>
                  </a:moveTo>
                  <a:lnTo>
                    <a:pt x="4167259" y="0"/>
                  </a:lnTo>
                  <a:lnTo>
                    <a:pt x="4167259" y="1401357"/>
                  </a:lnTo>
                  <a:lnTo>
                    <a:pt x="0" y="1401357"/>
                  </a:lnTo>
                  <a:lnTo>
                    <a:pt x="0" y="0"/>
                  </a:lnTo>
                  <a:close/>
                </a:path>
              </a:pathLst>
            </a:cu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dk1"/>
                </a:buClr>
                <a:buSzPts val="4000"/>
                <a:buFont typeface="Calibri"/>
                <a:buNone/>
              </a:pPr>
              <a:endParaRPr sz="4000">
                <a:solidFill>
                  <a:schemeClr val="lt1"/>
                </a:solidFill>
                <a:latin typeface="Calibri"/>
                <a:ea typeface="Calibri"/>
                <a:cs typeface="Calibri"/>
                <a:sym typeface="Calibri"/>
              </a:endParaRPr>
            </a:p>
          </p:txBody>
        </p:sp>
        <p:grpSp>
          <p:nvGrpSpPr>
            <p:cNvPr id="3495" name="Google Shape;3495;p45"/>
            <p:cNvGrpSpPr/>
            <p:nvPr/>
          </p:nvGrpSpPr>
          <p:grpSpPr>
            <a:xfrm>
              <a:off x="630314" y="1643269"/>
              <a:ext cx="4833184" cy="4426824"/>
              <a:chOff x="2901073" y="1621694"/>
              <a:chExt cx="4833184" cy="4426824"/>
            </a:xfrm>
          </p:grpSpPr>
          <p:sp>
            <p:nvSpPr>
              <p:cNvPr id="3496" name="Google Shape;3496;p45"/>
              <p:cNvSpPr/>
              <p:nvPr/>
            </p:nvSpPr>
            <p:spPr>
              <a:xfrm>
                <a:off x="2901073" y="1621694"/>
                <a:ext cx="4833184" cy="4426824"/>
              </a:xfrm>
              <a:prstGeom prst="donut">
                <a:avLst>
                  <a:gd name="adj" fmla="val 6786"/>
                </a:avLst>
              </a:prstGeom>
              <a:solidFill>
                <a:srgbClr val="E4AD56"/>
              </a:solidFill>
              <a:ln w="127000" cap="flat" cmpd="sng">
                <a:solidFill>
                  <a:srgbClr val="723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97" name="Google Shape;3497;p45"/>
              <p:cNvSpPr/>
              <p:nvPr/>
            </p:nvSpPr>
            <p:spPr>
              <a:xfrm>
                <a:off x="3242469" y="1954911"/>
                <a:ext cx="4172087" cy="3772790"/>
              </a:xfrm>
              <a:prstGeom prst="ellipse">
                <a:avLst/>
              </a:prstGeom>
              <a:solidFill>
                <a:srgbClr val="F9C00C"/>
              </a:solidFill>
              <a:ln w="12700" cap="flat" cmpd="sng">
                <a:solidFill>
                  <a:srgbClr val="E4AD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498" name="Google Shape;3498;p45"/>
            <p:cNvSpPr/>
            <p:nvPr/>
          </p:nvSpPr>
          <p:spPr>
            <a:xfrm>
              <a:off x="1381820" y="471495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9" name="Google Shape;3499;p45"/>
            <p:cNvSpPr/>
            <p:nvPr/>
          </p:nvSpPr>
          <p:spPr>
            <a:xfrm>
              <a:off x="3545916" y="411438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0" name="Google Shape;3500;p45"/>
            <p:cNvSpPr/>
            <p:nvPr/>
          </p:nvSpPr>
          <p:spPr>
            <a:xfrm>
              <a:off x="3224629" y="2839553"/>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1" name="Google Shape;3501;p45"/>
            <p:cNvSpPr/>
            <p:nvPr/>
          </p:nvSpPr>
          <p:spPr>
            <a:xfrm>
              <a:off x="3767372" y="266680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2" name="Google Shape;3502;p45"/>
            <p:cNvSpPr/>
            <p:nvPr/>
          </p:nvSpPr>
          <p:spPr>
            <a:xfrm>
              <a:off x="2213979" y="327718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3" name="Google Shape;3503;p45"/>
            <p:cNvSpPr/>
            <p:nvPr/>
          </p:nvSpPr>
          <p:spPr>
            <a:xfrm>
              <a:off x="2717678" y="4998259"/>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4" name="Google Shape;3504;p45"/>
            <p:cNvSpPr/>
            <p:nvPr/>
          </p:nvSpPr>
          <p:spPr>
            <a:xfrm>
              <a:off x="4251309" y="2944353"/>
              <a:ext cx="442913" cy="400050"/>
            </a:xfrm>
            <a:prstGeom prst="ellipse">
              <a:avLst/>
            </a:prstGeom>
            <a:solidFill>
              <a:srgbClr val="DA2A37"/>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5" name="Google Shape;3505;p45"/>
            <p:cNvSpPr/>
            <p:nvPr/>
          </p:nvSpPr>
          <p:spPr>
            <a:xfrm>
              <a:off x="3032576" y="3749422"/>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6" name="Google Shape;3506;p45"/>
            <p:cNvSpPr/>
            <p:nvPr/>
          </p:nvSpPr>
          <p:spPr>
            <a:xfrm>
              <a:off x="3891981" y="4915576"/>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7" name="Google Shape;3507;p45"/>
            <p:cNvSpPr/>
            <p:nvPr/>
          </p:nvSpPr>
          <p:spPr>
            <a:xfrm>
              <a:off x="4443384" y="426587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8" name="Google Shape;3508;p45"/>
            <p:cNvSpPr/>
            <p:nvPr/>
          </p:nvSpPr>
          <p:spPr>
            <a:xfrm>
              <a:off x="2825450" y="245827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9" name="Google Shape;3509;p45"/>
            <p:cNvSpPr/>
            <p:nvPr/>
          </p:nvSpPr>
          <p:spPr>
            <a:xfrm>
              <a:off x="1703592" y="247213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0" name="Google Shape;3510;p45"/>
            <p:cNvSpPr/>
            <p:nvPr/>
          </p:nvSpPr>
          <p:spPr>
            <a:xfrm>
              <a:off x="2238611" y="5267461"/>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1" name="Google Shape;3511;p45"/>
            <p:cNvSpPr/>
            <p:nvPr/>
          </p:nvSpPr>
          <p:spPr>
            <a:xfrm>
              <a:off x="1511539" y="3900907"/>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2" name="Google Shape;3512;p45"/>
            <p:cNvSpPr/>
            <p:nvPr/>
          </p:nvSpPr>
          <p:spPr>
            <a:xfrm>
              <a:off x="2431315" y="4096095"/>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3" name="Google Shape;3513;p45"/>
            <p:cNvSpPr/>
            <p:nvPr/>
          </p:nvSpPr>
          <p:spPr>
            <a:xfrm>
              <a:off x="1099793" y="3237684"/>
              <a:ext cx="442913" cy="400050"/>
            </a:xfrm>
            <a:prstGeom prst="ellipse">
              <a:avLst/>
            </a:prstGeom>
            <a:solidFill>
              <a:srgbClr val="E72E34"/>
            </a:solidFill>
            <a:ln w="12700" cap="flat" cmpd="sng">
              <a:solidFill>
                <a:srgbClr val="9C12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4" name="Google Shape;3514;p45"/>
            <p:cNvSpPr/>
            <p:nvPr/>
          </p:nvSpPr>
          <p:spPr>
            <a:xfrm>
              <a:off x="2574696" y="2886238"/>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15" name="Google Shape;3515;p45"/>
            <p:cNvSpPr/>
            <p:nvPr/>
          </p:nvSpPr>
          <p:spPr>
            <a:xfrm>
              <a:off x="4538445" y="36296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16" name="Google Shape;3516;p45"/>
            <p:cNvSpPr/>
            <p:nvPr/>
          </p:nvSpPr>
          <p:spPr>
            <a:xfrm>
              <a:off x="1933173" y="416798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17" name="Google Shape;3517;p45"/>
            <p:cNvSpPr/>
            <p:nvPr/>
          </p:nvSpPr>
          <p:spPr>
            <a:xfrm>
              <a:off x="2819994" y="4578983"/>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18" name="Google Shape;3518;p45"/>
            <p:cNvSpPr/>
            <p:nvPr/>
          </p:nvSpPr>
          <p:spPr>
            <a:xfrm>
              <a:off x="2909731" y="3507490"/>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19" name="Google Shape;3519;p45"/>
            <p:cNvSpPr/>
            <p:nvPr/>
          </p:nvSpPr>
          <p:spPr>
            <a:xfrm>
              <a:off x="1833311" y="502037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0" name="Google Shape;3520;p45"/>
            <p:cNvSpPr/>
            <p:nvPr/>
          </p:nvSpPr>
          <p:spPr>
            <a:xfrm>
              <a:off x="3385515" y="5432004"/>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1" name="Google Shape;3521;p45"/>
            <p:cNvSpPr/>
            <p:nvPr/>
          </p:nvSpPr>
          <p:spPr>
            <a:xfrm>
              <a:off x="1196641" y="467752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2" name="Google Shape;3522;p45"/>
            <p:cNvSpPr/>
            <p:nvPr/>
          </p:nvSpPr>
          <p:spPr>
            <a:xfrm>
              <a:off x="3737969" y="346080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3" name="Google Shape;3523;p45"/>
            <p:cNvSpPr/>
            <p:nvPr/>
          </p:nvSpPr>
          <p:spPr>
            <a:xfrm>
              <a:off x="3864341" y="2340012"/>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4" name="Google Shape;3524;p45"/>
            <p:cNvSpPr/>
            <p:nvPr/>
          </p:nvSpPr>
          <p:spPr>
            <a:xfrm>
              <a:off x="1673916" y="3035286"/>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5" name="Google Shape;3525;p45"/>
            <p:cNvSpPr/>
            <p:nvPr/>
          </p:nvSpPr>
          <p:spPr>
            <a:xfrm>
              <a:off x="4207548" y="4207759"/>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6" name="Google Shape;3526;p45"/>
            <p:cNvSpPr/>
            <p:nvPr/>
          </p:nvSpPr>
          <p:spPr>
            <a:xfrm>
              <a:off x="2023650" y="22475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7" name="Google Shape;3527;p45"/>
            <p:cNvSpPr/>
            <p:nvPr/>
          </p:nvSpPr>
          <p:spPr>
            <a:xfrm>
              <a:off x="3032576" y="5394025"/>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8" name="Google Shape;3528;p45"/>
            <p:cNvSpPr/>
            <p:nvPr/>
          </p:nvSpPr>
          <p:spPr>
            <a:xfrm>
              <a:off x="3114782" y="2253601"/>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29" name="Google Shape;3529;p45"/>
            <p:cNvSpPr/>
            <p:nvPr/>
          </p:nvSpPr>
          <p:spPr>
            <a:xfrm>
              <a:off x="3315311" y="3301177"/>
              <a:ext cx="219693" cy="201880"/>
            </a:xfrm>
            <a:prstGeom prst="donut">
              <a:avLst>
                <a:gd name="adj" fmla="val 18631"/>
              </a:avLst>
            </a:prstGeom>
            <a:solidFill>
              <a:srgbClr val="234740"/>
            </a:solidFill>
            <a:ln w="12700" cap="flat" cmpd="sng">
              <a:solidFill>
                <a:srgbClr val="2347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30" name="Google Shape;3530;p45"/>
            <p:cNvSpPr/>
            <p:nvPr/>
          </p:nvSpPr>
          <p:spPr>
            <a:xfrm>
              <a:off x="2252842" y="24614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1" name="Google Shape;3531;p45"/>
            <p:cNvSpPr/>
            <p:nvPr/>
          </p:nvSpPr>
          <p:spPr>
            <a:xfrm>
              <a:off x="2213979" y="3792075"/>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2" name="Google Shape;3532;p45"/>
            <p:cNvSpPr/>
            <p:nvPr/>
          </p:nvSpPr>
          <p:spPr>
            <a:xfrm>
              <a:off x="3521623" y="24475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3" name="Google Shape;3533;p45"/>
            <p:cNvSpPr/>
            <p:nvPr/>
          </p:nvSpPr>
          <p:spPr>
            <a:xfrm>
              <a:off x="4362172" y="3894848"/>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4" name="Google Shape;3534;p45"/>
            <p:cNvSpPr/>
            <p:nvPr/>
          </p:nvSpPr>
          <p:spPr>
            <a:xfrm>
              <a:off x="2377618" y="48212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5" name="Google Shape;3535;p45"/>
            <p:cNvSpPr/>
            <p:nvPr/>
          </p:nvSpPr>
          <p:spPr>
            <a:xfrm>
              <a:off x="3497330" y="4973691"/>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6" name="Google Shape;3536;p45"/>
            <p:cNvSpPr/>
            <p:nvPr/>
          </p:nvSpPr>
          <p:spPr>
            <a:xfrm>
              <a:off x="1357527" y="2837102"/>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7" name="Google Shape;3537;p45"/>
            <p:cNvSpPr/>
            <p:nvPr/>
          </p:nvSpPr>
          <p:spPr>
            <a:xfrm>
              <a:off x="1353107" y="440963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8" name="Google Shape;3538;p45"/>
            <p:cNvSpPr/>
            <p:nvPr/>
          </p:nvSpPr>
          <p:spPr>
            <a:xfrm>
              <a:off x="2093418" y="285921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9" name="Google Shape;3539;p45"/>
            <p:cNvSpPr/>
            <p:nvPr/>
          </p:nvSpPr>
          <p:spPr>
            <a:xfrm>
              <a:off x="947362" y="3818469"/>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0" name="Google Shape;3540;p45"/>
            <p:cNvSpPr/>
            <p:nvPr/>
          </p:nvSpPr>
          <p:spPr>
            <a:xfrm>
              <a:off x="1870889" y="4490073"/>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1" name="Google Shape;3541;p45"/>
            <p:cNvSpPr/>
            <p:nvPr/>
          </p:nvSpPr>
          <p:spPr>
            <a:xfrm>
              <a:off x="4172167" y="3442896"/>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2" name="Google Shape;3542;p45"/>
            <p:cNvSpPr/>
            <p:nvPr/>
          </p:nvSpPr>
          <p:spPr>
            <a:xfrm>
              <a:off x="2905909" y="420706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3" name="Google Shape;3543;p45"/>
            <p:cNvSpPr/>
            <p:nvPr/>
          </p:nvSpPr>
          <p:spPr>
            <a:xfrm>
              <a:off x="3527717" y="3703887"/>
              <a:ext cx="275153" cy="273133"/>
            </a:xfrm>
            <a:prstGeom prst="teardrop">
              <a:avLst>
                <a:gd name="adj" fmla="val 100000"/>
              </a:avLst>
            </a:prstGeom>
            <a:solidFill>
              <a:srgbClr val="02A44D"/>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4" name="Google Shape;3544;p45"/>
            <p:cNvSpPr/>
            <p:nvPr/>
          </p:nvSpPr>
          <p:spPr>
            <a:xfrm>
              <a:off x="3978810" y="3733419"/>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5" name="Google Shape;3545;p45"/>
            <p:cNvSpPr/>
            <p:nvPr/>
          </p:nvSpPr>
          <p:spPr>
            <a:xfrm>
              <a:off x="2018705" y="4741952"/>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6" name="Google Shape;3546;p45"/>
            <p:cNvSpPr/>
            <p:nvPr/>
          </p:nvSpPr>
          <p:spPr>
            <a:xfrm>
              <a:off x="3205151" y="453628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7" name="Google Shape;3547;p45"/>
            <p:cNvSpPr/>
            <p:nvPr/>
          </p:nvSpPr>
          <p:spPr>
            <a:xfrm>
              <a:off x="1658923" y="336517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8" name="Google Shape;3548;p45"/>
            <p:cNvSpPr/>
            <p:nvPr/>
          </p:nvSpPr>
          <p:spPr>
            <a:xfrm>
              <a:off x="1121713" y="4076960"/>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9" name="Google Shape;3549;p45"/>
            <p:cNvSpPr/>
            <p:nvPr/>
          </p:nvSpPr>
          <p:spPr>
            <a:xfrm>
              <a:off x="2508276" y="2232893"/>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0" name="Google Shape;3550;p45"/>
            <p:cNvSpPr/>
            <p:nvPr/>
          </p:nvSpPr>
          <p:spPr>
            <a:xfrm>
              <a:off x="2840769" y="3006844"/>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1" name="Google Shape;3551;p45"/>
            <p:cNvSpPr/>
            <p:nvPr/>
          </p:nvSpPr>
          <p:spPr>
            <a:xfrm>
              <a:off x="4084034" y="4584156"/>
              <a:ext cx="325788" cy="379364"/>
            </a:xfrm>
            <a:custGeom>
              <a:avLst/>
              <a:gdLst/>
              <a:ahLst/>
              <a:cxnLst/>
              <a:rect l="l" t="t" r="r" b="b"/>
              <a:pathLst>
                <a:path w="1279059" h="1143158" extrusionOk="0">
                  <a:moveTo>
                    <a:pt x="386858" y="585551"/>
                  </a:moveTo>
                  <a:cubicBezTo>
                    <a:pt x="-206330" y="521668"/>
                    <a:pt x="-112155" y="-2337"/>
                    <a:pt x="633628" y="8"/>
                  </a:cubicBezTo>
                  <a:cubicBezTo>
                    <a:pt x="1379411" y="2353"/>
                    <a:pt x="1457174" y="643051"/>
                    <a:pt x="978873" y="599619"/>
                  </a:cubicBezTo>
                  <a:cubicBezTo>
                    <a:pt x="556843" y="725000"/>
                    <a:pt x="1238734" y="1131236"/>
                    <a:pt x="647696" y="1142958"/>
                  </a:cubicBezTo>
                  <a:cubicBezTo>
                    <a:pt x="56658" y="1154680"/>
                    <a:pt x="980046" y="649434"/>
                    <a:pt x="386858" y="585551"/>
                  </a:cubicBezTo>
                  <a:close/>
                </a:path>
              </a:pathLst>
            </a:custGeom>
            <a:solidFill>
              <a:schemeClr val="lt1"/>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55"/>
        <p:cNvGrpSpPr/>
        <p:nvPr/>
      </p:nvGrpSpPr>
      <p:grpSpPr>
        <a:xfrm>
          <a:off x="0" y="0"/>
          <a:ext cx="0" cy="0"/>
          <a:chOff x="0" y="0"/>
          <a:chExt cx="0" cy="0"/>
        </a:xfrm>
      </p:grpSpPr>
      <p:pic>
        <p:nvPicPr>
          <p:cNvPr id="3556" name="Google Shape;3556;p46"/>
          <p:cNvPicPr preferRelativeResize="0"/>
          <p:nvPr/>
        </p:nvPicPr>
        <p:blipFill rotWithShape="1">
          <a:blip r:embed="rId3">
            <a:alphaModFix/>
          </a:blip>
          <a:srcRect/>
          <a:stretch/>
        </p:blipFill>
        <p:spPr>
          <a:xfrm>
            <a:off x="0" y="0"/>
            <a:ext cx="12191999" cy="6858000"/>
          </a:xfrm>
          <a:prstGeom prst="rect">
            <a:avLst/>
          </a:prstGeom>
          <a:noFill/>
          <a:ln>
            <a:noFill/>
          </a:ln>
        </p:spPr>
      </p:pic>
      <p:sp>
        <p:nvSpPr>
          <p:cNvPr id="3557" name="Google Shape;3557;p46"/>
          <p:cNvSpPr/>
          <p:nvPr/>
        </p:nvSpPr>
        <p:spPr>
          <a:xfrm>
            <a:off x="425188" y="3685032"/>
            <a:ext cx="7877563" cy="1362456"/>
          </a:xfrm>
          <a:prstGeom prst="rect">
            <a:avLst/>
          </a:prstGeom>
          <a:noFill/>
          <a:ln>
            <a:noFill/>
          </a:ln>
        </p:spPr>
        <p:txBody>
          <a:bodyPr spcFirstLastPara="1" wrap="square" lIns="182875" tIns="182875" rIns="182875" bIns="182875" anchor="t" anchorCtr="0">
            <a:noAutofit/>
          </a:bodyPr>
          <a:lstStyle/>
          <a:p>
            <a:pPr marL="0" marR="0" lvl="0" indent="0" algn="l" rtl="0">
              <a:lnSpc>
                <a:spcPct val="89000"/>
              </a:lnSpc>
              <a:spcBef>
                <a:spcPts val="0"/>
              </a:spcBef>
              <a:spcAft>
                <a:spcPts val="0"/>
              </a:spcAft>
              <a:buNone/>
            </a:pPr>
            <a:r>
              <a:rPr lang="en-US" sz="9600" b="1">
                <a:solidFill>
                  <a:schemeClr val="lt1"/>
                </a:solidFill>
                <a:latin typeface="Roboto Condensed"/>
                <a:ea typeface="Roboto Condensed"/>
                <a:cs typeface="Roboto Condensed"/>
                <a:sym typeface="Roboto Condensed"/>
              </a:rPr>
              <a:t>Questions?</a:t>
            </a:r>
            <a:endParaRPr sz="96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557"/>
                                        </p:tgtEl>
                                        <p:attrNameLst>
                                          <p:attrName>style.visibility</p:attrName>
                                        </p:attrNameLst>
                                      </p:cBhvr>
                                      <p:to>
                                        <p:strVal val="visible"/>
                                      </p:to>
                                    </p:set>
                                    <p:anim calcmode="lin" valueType="num">
                                      <p:cBhvr additive="base">
                                        <p:cTn id="7" dur="700"/>
                                        <p:tgtEl>
                                          <p:spTgt spid="3557"/>
                                        </p:tgtEl>
                                        <p:attrNameLst>
                                          <p:attrName>ppt_y</p:attrName>
                                        </p:attrNameLst>
                                      </p:cBhvr>
                                      <p:tavLst>
                                        <p:tav tm="0">
                                          <p:val>
                                            <p:strVal val="#ppt_y-1"/>
                                          </p:val>
                                        </p:tav>
                                        <p:tav tm="100000">
                                          <p:val>
                                            <p:strVal val="#ppt_y"/>
                                          </p:val>
                                        </p:tav>
                                      </p:tavLst>
                                    </p:anim>
                                  </p:childTnLst>
                                </p:cTn>
                              </p:par>
                              <p:par>
                                <p:cTn id="8" presetID="10" presetClass="entr" presetSubtype="0" fill="hold" nodeType="withEffect">
                                  <p:stCondLst>
                                    <p:cond delay="100"/>
                                  </p:stCondLst>
                                  <p:childTnLst>
                                    <p:set>
                                      <p:cBhvr>
                                        <p:cTn id="9" dur="1" fill="hold">
                                          <p:stCondLst>
                                            <p:cond delay="0"/>
                                          </p:stCondLst>
                                        </p:cTn>
                                        <p:tgtEl>
                                          <p:spTgt spid="3557">
                                            <p:txEl>
                                              <p:pRg st="0" end="0"/>
                                            </p:txEl>
                                          </p:spTgt>
                                        </p:tgtEl>
                                        <p:attrNameLst>
                                          <p:attrName>style.visibility</p:attrName>
                                        </p:attrNameLst>
                                      </p:cBhvr>
                                      <p:to>
                                        <p:strVal val="visible"/>
                                      </p:to>
                                    </p:set>
                                    <p:animEffect transition="in" filter="fade">
                                      <p:cBhvr>
                                        <p:cTn id="10" dur="500"/>
                                        <p:tgtEl>
                                          <p:spTgt spid="35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643</Words>
  <Application>Microsoft Office PowerPoint</Application>
  <PresentationFormat>Widescreen</PresentationFormat>
  <Paragraphs>191</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Roboto Condensed</vt:lpstr>
      <vt:lpstr>Arial</vt:lpstr>
      <vt:lpstr>Office Theme</vt:lpstr>
      <vt:lpstr>PowerPoint Presentation</vt:lpstr>
      <vt:lpstr>PowerPoint Presentation</vt:lpstr>
      <vt:lpstr>Presentation Roadmap</vt:lpstr>
      <vt:lpstr>Presentation Roadmap</vt:lpstr>
      <vt:lpstr>Wait, Pizza?</vt:lpstr>
      <vt:lpstr>My Pizza Story</vt:lpstr>
      <vt:lpstr>My Pizza Story</vt:lpstr>
      <vt:lpstr>My Pizza Story</vt:lpstr>
      <vt:lpstr>My Pizza Story</vt:lpstr>
      <vt:lpstr>My Pizza Story</vt:lpstr>
      <vt:lpstr>My Pizza Story</vt:lpstr>
      <vt:lpstr>My Pizza Story</vt:lpstr>
      <vt:lpstr>My Pizza Story</vt:lpstr>
      <vt:lpstr>My Pizza Story</vt:lpstr>
      <vt:lpstr>My Pizza Story</vt:lpstr>
      <vt:lpstr>My Pizza Story</vt:lpstr>
      <vt:lpstr>My Pizza Story</vt:lpstr>
      <vt:lpstr>My Pizza Story</vt:lpstr>
      <vt:lpstr>My Pizza Story</vt:lpstr>
      <vt:lpstr>PowerPoint Presentation</vt:lpstr>
      <vt:lpstr>Presentation Roadmap</vt:lpstr>
      <vt:lpstr>Presentation Roadmap</vt:lpstr>
      <vt:lpstr>What are JIRA and Confluence</vt:lpstr>
      <vt:lpstr>What are JIRA and Confluence</vt:lpstr>
      <vt:lpstr>What are JIRA and Confluence?</vt:lpstr>
      <vt:lpstr>Presentation Roadmap</vt:lpstr>
      <vt:lpstr>Enter JIRA</vt:lpstr>
      <vt:lpstr>Keeping it All Organized</vt:lpstr>
      <vt:lpstr>How and Why We Use Confluence</vt:lpstr>
      <vt:lpstr>How we use</vt:lpstr>
      <vt:lpstr>Presentation Roadmap</vt:lpstr>
      <vt:lpstr>Presentation Roadmap</vt:lpstr>
      <vt:lpstr>Presentation Roadmap</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AYO GANIYU</dc:creator>
  <cp:lastModifiedBy>pc</cp:lastModifiedBy>
  <cp:revision>1</cp:revision>
  <dcterms:modified xsi:type="dcterms:W3CDTF">2024-11-26T19:40:31Z</dcterms:modified>
</cp:coreProperties>
</file>